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70" r:id="rId7"/>
    <p:sldId id="269" r:id="rId8"/>
    <p:sldId id="262" r:id="rId9"/>
    <p:sldId id="263" r:id="rId10"/>
    <p:sldId id="271" r:id="rId11"/>
    <p:sldId id="264" r:id="rId12"/>
    <p:sldId id="272" r:id="rId13"/>
    <p:sldId id="267" r:id="rId14"/>
    <p:sldId id="273" r:id="rId15"/>
    <p:sldId id="265" r:id="rId16"/>
    <p:sldId id="274" r:id="rId17"/>
    <p:sldId id="266" r:id="rId18"/>
    <p:sldId id="275" r:id="rId19"/>
    <p:sldId id="268" r:id="rId20"/>
    <p:sldId id="276" r:id="rId21"/>
  </p:sldIdLst>
  <p:sldSz cx="12192000" cy="12984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60981C-A5F2-4F91-9BDF-A49DFC5C14CA}" v="34" dt="2026-06-18T14:40:08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88593" autoAdjust="0"/>
  </p:normalViewPr>
  <p:slideViewPr>
    <p:cSldViewPr snapToGrid="0">
      <p:cViewPr>
        <p:scale>
          <a:sx n="50" d="100"/>
          <a:sy n="50" d="100"/>
        </p:scale>
        <p:origin x="2165" y="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anjan singh" userId="604cc15c72babea9" providerId="LiveId" clId="{3FE42C3D-F15E-4215-A35A-719F372E2D06}"/>
    <pc:docChg chg="custSel addSld delSld modSld sldOrd">
      <pc:chgData name="niranjan singh" userId="604cc15c72babea9" providerId="LiveId" clId="{3FE42C3D-F15E-4215-A35A-719F372E2D06}" dt="2026-06-18T14:55:17.250" v="540" actId="1076"/>
      <pc:docMkLst>
        <pc:docMk/>
      </pc:docMkLst>
      <pc:sldChg chg="del">
        <pc:chgData name="niranjan singh" userId="604cc15c72babea9" providerId="LiveId" clId="{3FE42C3D-F15E-4215-A35A-719F372E2D06}" dt="2026-06-17T14:52:20.811" v="1" actId="2696"/>
        <pc:sldMkLst>
          <pc:docMk/>
          <pc:sldMk cId="1137740366" sldId="256"/>
        </pc:sldMkLst>
      </pc:sldChg>
      <pc:sldChg chg="addSp delSp modSp new mod">
        <pc:chgData name="niranjan singh" userId="604cc15c72babea9" providerId="LiveId" clId="{3FE42C3D-F15E-4215-A35A-719F372E2D06}" dt="2026-06-18T14:55:17.250" v="540" actId="1076"/>
        <pc:sldMkLst>
          <pc:docMk/>
          <pc:sldMk cId="1073828568" sldId="257"/>
        </pc:sldMkLst>
        <pc:spChg chg="add mod">
          <ac:chgData name="niranjan singh" userId="604cc15c72babea9" providerId="LiveId" clId="{3FE42C3D-F15E-4215-A35A-719F372E2D06}" dt="2026-06-18T14:54:30.316" v="538" actId="1076"/>
          <ac:spMkLst>
            <pc:docMk/>
            <pc:sldMk cId="1073828568" sldId="257"/>
            <ac:spMk id="5" creationId="{BE184F17-7219-7A2C-7FDE-309B1AC0F33B}"/>
          </ac:spMkLst>
        </pc:spChg>
        <pc:spChg chg="add del">
          <ac:chgData name="niranjan singh" userId="604cc15c72babea9" providerId="LiveId" clId="{3FE42C3D-F15E-4215-A35A-719F372E2D06}" dt="2026-06-17T14:55:56.197" v="17" actId="21"/>
          <ac:spMkLst>
            <pc:docMk/>
            <pc:sldMk cId="1073828568" sldId="257"/>
            <ac:spMk id="7" creationId="{75B4455D-4C45-EC80-77F1-F09064CE136E}"/>
          </ac:spMkLst>
        </pc:spChg>
        <pc:spChg chg="add mod">
          <ac:chgData name="niranjan singh" userId="604cc15c72babea9" providerId="LiveId" clId="{3FE42C3D-F15E-4215-A35A-719F372E2D06}" dt="2026-06-18T14:55:17.250" v="540" actId="1076"/>
          <ac:spMkLst>
            <pc:docMk/>
            <pc:sldMk cId="1073828568" sldId="257"/>
            <ac:spMk id="7" creationId="{B381E5B3-C52F-4614-FEC6-3C2C76E21997}"/>
          </ac:spMkLst>
        </pc:spChg>
        <pc:spChg chg="add mod">
          <ac:chgData name="niranjan singh" userId="604cc15c72babea9" providerId="LiveId" clId="{3FE42C3D-F15E-4215-A35A-719F372E2D06}" dt="2026-06-17T15:01:21.485" v="34" actId="34135"/>
          <ac:spMkLst>
            <pc:docMk/>
            <pc:sldMk cId="1073828568" sldId="257"/>
            <ac:spMk id="9" creationId="{2D45CFF9-2D1F-06F6-CDE6-8E984A9B2DD3}"/>
          </ac:spMkLst>
        </pc:spChg>
        <pc:spChg chg="add mod">
          <ac:chgData name="niranjan singh" userId="604cc15c72babea9" providerId="LiveId" clId="{3FE42C3D-F15E-4215-A35A-719F372E2D06}" dt="2026-06-17T15:01:25.393" v="35" actId="34135"/>
          <ac:spMkLst>
            <pc:docMk/>
            <pc:sldMk cId="1073828568" sldId="257"/>
            <ac:spMk id="11" creationId="{AEEB3EC6-4B03-EDCD-7BA4-44CB7E57EAF6}"/>
          </ac:spMkLst>
        </pc:spChg>
        <pc:graphicFrameChg chg="add mod modGraphic">
          <ac:chgData name="niranjan singh" userId="604cc15c72babea9" providerId="LiveId" clId="{3FE42C3D-F15E-4215-A35A-719F372E2D06}" dt="2026-06-17T14:54:40.956" v="10" actId="34135"/>
          <ac:graphicFrameMkLst>
            <pc:docMk/>
            <pc:sldMk cId="1073828568" sldId="257"/>
            <ac:graphicFrameMk id="4" creationId="{4758EE34-C01C-0CD9-4911-0D4C64400AA0}"/>
          </ac:graphicFrameMkLst>
        </pc:graphicFrameChg>
        <pc:graphicFrameChg chg="add del mod">
          <ac:chgData name="niranjan singh" userId="604cc15c72babea9" providerId="LiveId" clId="{3FE42C3D-F15E-4215-A35A-719F372E2D06}" dt="2026-06-17T14:56:29.816" v="18" actId="21"/>
          <ac:graphicFrameMkLst>
            <pc:docMk/>
            <pc:sldMk cId="1073828568" sldId="257"/>
            <ac:graphicFrameMk id="5" creationId="{8D8975FE-29FA-AE15-8714-BF9D43EC57A1}"/>
          </ac:graphicFrameMkLst>
        </pc:graphicFrameChg>
        <pc:picChg chg="add mod">
          <ac:chgData name="niranjan singh" userId="604cc15c72babea9" providerId="LiveId" clId="{3FE42C3D-F15E-4215-A35A-719F372E2D06}" dt="2026-06-17T14:56:33.924" v="19" actId="34135"/>
          <ac:picMkLst>
            <pc:docMk/>
            <pc:sldMk cId="1073828568" sldId="257"/>
            <ac:picMk id="3" creationId="{02068B4C-358D-6A51-941F-4A3A69EFCE41}"/>
          </ac:picMkLst>
        </pc:picChg>
      </pc:sldChg>
      <pc:sldChg chg="addSp modSp new mod">
        <pc:chgData name="niranjan singh" userId="604cc15c72babea9" providerId="LiveId" clId="{3FE42C3D-F15E-4215-A35A-719F372E2D06}" dt="2026-06-17T15:28:59.419" v="131" actId="34135"/>
        <pc:sldMkLst>
          <pc:docMk/>
          <pc:sldMk cId="3167262079" sldId="258"/>
        </pc:sldMkLst>
        <pc:spChg chg="add mod">
          <ac:chgData name="niranjan singh" userId="604cc15c72babea9" providerId="LiveId" clId="{3FE42C3D-F15E-4215-A35A-719F372E2D06}" dt="2026-06-17T15:02:00.163" v="37" actId="1076"/>
          <ac:spMkLst>
            <pc:docMk/>
            <pc:sldMk cId="3167262079" sldId="258"/>
            <ac:spMk id="5" creationId="{8F1044B2-B16F-395E-8FC0-E1CDD50B8769}"/>
          </ac:spMkLst>
        </pc:spChg>
        <pc:spChg chg="add mod">
          <ac:chgData name="niranjan singh" userId="604cc15c72babea9" providerId="LiveId" clId="{3FE42C3D-F15E-4215-A35A-719F372E2D06}" dt="2026-06-17T15:03:07.594" v="45" actId="1076"/>
          <ac:spMkLst>
            <pc:docMk/>
            <pc:sldMk cId="3167262079" sldId="258"/>
            <ac:spMk id="7" creationId="{E31E6B8B-0311-5E4A-8415-62B32EAC2506}"/>
          </ac:spMkLst>
        </pc:spChg>
        <pc:graphicFrameChg chg="add mod modGraphic">
          <ac:chgData name="niranjan singh" userId="604cc15c72babea9" providerId="LiveId" clId="{3FE42C3D-F15E-4215-A35A-719F372E2D06}" dt="2026-06-17T15:28:59.419" v="131" actId="34135"/>
          <ac:graphicFrameMkLst>
            <pc:docMk/>
            <pc:sldMk cId="3167262079" sldId="258"/>
            <ac:graphicFrameMk id="4" creationId="{B702D238-AFD5-444F-AF93-7A59B3A66026}"/>
          </ac:graphicFrameMkLst>
        </pc:graphicFrameChg>
        <pc:picChg chg="add mod">
          <ac:chgData name="niranjan singh" userId="604cc15c72babea9" providerId="LiveId" clId="{3FE42C3D-F15E-4215-A35A-719F372E2D06}" dt="2026-06-17T15:28:56.183" v="130" actId="34135"/>
          <ac:picMkLst>
            <pc:docMk/>
            <pc:sldMk cId="3167262079" sldId="258"/>
            <ac:picMk id="3" creationId="{28C4672F-6DFE-1BAB-04E7-4B1D4D099782}"/>
          </ac:picMkLst>
        </pc:picChg>
      </pc:sldChg>
      <pc:sldChg chg="add del">
        <pc:chgData name="niranjan singh" userId="604cc15c72babea9" providerId="LiveId" clId="{3FE42C3D-F15E-4215-A35A-719F372E2D06}" dt="2026-06-17T15:02:42.694" v="43" actId="2696"/>
        <pc:sldMkLst>
          <pc:docMk/>
          <pc:sldMk cId="2093054622" sldId="259"/>
        </pc:sldMkLst>
      </pc:sldChg>
      <pc:sldChg chg="add del">
        <pc:chgData name="niranjan singh" userId="604cc15c72babea9" providerId="LiveId" clId="{3FE42C3D-F15E-4215-A35A-719F372E2D06}" dt="2026-06-17T15:02:23.050" v="39" actId="2696"/>
        <pc:sldMkLst>
          <pc:docMk/>
          <pc:sldMk cId="2976037320" sldId="259"/>
        </pc:sldMkLst>
      </pc:sldChg>
      <pc:sldChg chg="add del">
        <pc:chgData name="niranjan singh" userId="604cc15c72babea9" providerId="LiveId" clId="{3FE42C3D-F15E-4215-A35A-719F372E2D06}" dt="2026-06-17T15:02:31.276" v="41" actId="2696"/>
        <pc:sldMkLst>
          <pc:docMk/>
          <pc:sldMk cId="2993048988" sldId="259"/>
        </pc:sldMkLst>
      </pc:sldChg>
      <pc:sldChg chg="addSp delSp modSp new mod">
        <pc:chgData name="niranjan singh" userId="604cc15c72babea9" providerId="LiveId" clId="{3FE42C3D-F15E-4215-A35A-719F372E2D06}" dt="2026-06-17T15:28:51.649" v="129" actId="34135"/>
        <pc:sldMkLst>
          <pc:docMk/>
          <pc:sldMk cId="3005188485" sldId="259"/>
        </pc:sldMkLst>
        <pc:spChg chg="add del mod">
          <ac:chgData name="niranjan singh" userId="604cc15c72babea9" providerId="LiveId" clId="{3FE42C3D-F15E-4215-A35A-719F372E2D06}" dt="2026-06-17T15:09:24.208" v="50" actId="21"/>
          <ac:spMkLst>
            <pc:docMk/>
            <pc:sldMk cId="3005188485" sldId="259"/>
            <ac:spMk id="5" creationId="{F82E485B-961D-3FE1-73E8-99E4A6787D23}"/>
          </ac:spMkLst>
        </pc:spChg>
        <pc:spChg chg="add del mod">
          <ac:chgData name="niranjan singh" userId="604cc15c72babea9" providerId="LiveId" clId="{3FE42C3D-F15E-4215-A35A-719F372E2D06}" dt="2026-06-17T15:25:02.731" v="101" actId="478"/>
          <ac:spMkLst>
            <pc:docMk/>
            <pc:sldMk cId="3005188485" sldId="259"/>
            <ac:spMk id="21" creationId="{290D63A2-5982-02A1-CEA7-60CE7D3614CA}"/>
          </ac:spMkLst>
        </pc:spChg>
        <pc:spChg chg="add mod">
          <ac:chgData name="niranjan singh" userId="604cc15c72babea9" providerId="LiveId" clId="{3FE42C3D-F15E-4215-A35A-719F372E2D06}" dt="2026-06-17T15:25:34.633" v="106" actId="20577"/>
          <ac:spMkLst>
            <pc:docMk/>
            <pc:sldMk cId="3005188485" sldId="259"/>
            <ac:spMk id="23" creationId="{00C0AC1F-AD11-3445-9475-8C8A35C03E8D}"/>
          </ac:spMkLst>
        </pc:spChg>
        <pc:graphicFrameChg chg="add del mod modGraphic">
          <ac:chgData name="niranjan singh" userId="604cc15c72babea9" providerId="LiveId" clId="{3FE42C3D-F15E-4215-A35A-719F372E2D06}" dt="2026-06-17T15:16:44.201" v="67" actId="21"/>
          <ac:graphicFrameMkLst>
            <pc:docMk/>
            <pc:sldMk cId="3005188485" sldId="259"/>
            <ac:graphicFrameMk id="2" creationId="{F1B99844-3524-8C12-877F-7AF07D252B7B}"/>
          </ac:graphicFrameMkLst>
        </pc:graphicFrameChg>
        <pc:graphicFrameChg chg="add del mod modGraphic">
          <ac:chgData name="niranjan singh" userId="604cc15c72babea9" providerId="LiveId" clId="{3FE42C3D-F15E-4215-A35A-719F372E2D06}" dt="2026-06-17T15:09:44.578" v="52" actId="478"/>
          <ac:graphicFrameMkLst>
            <pc:docMk/>
            <pc:sldMk cId="3005188485" sldId="259"/>
            <ac:graphicFrameMk id="3" creationId="{A2FFEF2D-9BB4-D570-FCE6-E9979E6ED883}"/>
          </ac:graphicFrameMkLst>
        </pc:graphicFrameChg>
        <pc:picChg chg="add mod">
          <ac:chgData name="niranjan singh" userId="604cc15c72babea9" providerId="LiveId" clId="{3FE42C3D-F15E-4215-A35A-719F372E2D06}" dt="2026-06-17T15:28:44.761" v="127" actId="34135"/>
          <ac:picMkLst>
            <pc:docMk/>
            <pc:sldMk cId="3005188485" sldId="259"/>
            <ac:picMk id="7" creationId="{B00A3D1A-CAAF-30BE-0EAC-C03D8888282E}"/>
          </ac:picMkLst>
        </pc:picChg>
        <pc:picChg chg="add mod">
          <ac:chgData name="niranjan singh" userId="604cc15c72babea9" providerId="LiveId" clId="{3FE42C3D-F15E-4215-A35A-719F372E2D06}" dt="2026-06-17T15:28:48.338" v="128" actId="34135"/>
          <ac:picMkLst>
            <pc:docMk/>
            <pc:sldMk cId="3005188485" sldId="259"/>
            <ac:picMk id="9" creationId="{1708A6DC-96C7-9B19-4C9E-32CE92B6EF3D}"/>
          </ac:picMkLst>
        </pc:picChg>
        <pc:picChg chg="add del mod">
          <ac:chgData name="niranjan singh" userId="604cc15c72babea9" providerId="LiveId" clId="{3FE42C3D-F15E-4215-A35A-719F372E2D06}" dt="2026-06-17T15:16:55.503" v="69" actId="21"/>
          <ac:picMkLst>
            <pc:docMk/>
            <pc:sldMk cId="3005188485" sldId="259"/>
            <ac:picMk id="11" creationId="{92A5B0EC-FEC7-C90B-D498-3DCDDD4B3E36}"/>
          </ac:picMkLst>
        </pc:picChg>
        <pc:picChg chg="add del mod">
          <ac:chgData name="niranjan singh" userId="604cc15c72babea9" providerId="LiveId" clId="{3FE42C3D-F15E-4215-A35A-719F372E2D06}" dt="2026-06-17T15:18:49.956" v="80" actId="21"/>
          <ac:picMkLst>
            <pc:docMk/>
            <pc:sldMk cId="3005188485" sldId="259"/>
            <ac:picMk id="13" creationId="{216C1351-D232-C43C-8E2B-5A3AC394FBF1}"/>
          </ac:picMkLst>
        </pc:picChg>
        <pc:picChg chg="add del mod">
          <ac:chgData name="niranjan singh" userId="604cc15c72babea9" providerId="LiveId" clId="{3FE42C3D-F15E-4215-A35A-719F372E2D06}" dt="2026-06-17T15:22:02.383" v="82" actId="21"/>
          <ac:picMkLst>
            <pc:docMk/>
            <pc:sldMk cId="3005188485" sldId="259"/>
            <ac:picMk id="15" creationId="{FBF98B9B-9A10-C211-D438-961AC9726548}"/>
          </ac:picMkLst>
        </pc:picChg>
        <pc:picChg chg="add del mod">
          <ac:chgData name="niranjan singh" userId="604cc15c72babea9" providerId="LiveId" clId="{3FE42C3D-F15E-4215-A35A-719F372E2D06}" dt="2026-06-17T15:22:41.384" v="84" actId="21"/>
          <ac:picMkLst>
            <pc:docMk/>
            <pc:sldMk cId="3005188485" sldId="259"/>
            <ac:picMk id="17" creationId="{64080356-2423-6D88-052E-FBCF04763707}"/>
          </ac:picMkLst>
        </pc:picChg>
        <pc:picChg chg="add mod">
          <ac:chgData name="niranjan singh" userId="604cc15c72babea9" providerId="LiveId" clId="{3FE42C3D-F15E-4215-A35A-719F372E2D06}" dt="2026-06-17T15:28:51.649" v="129" actId="34135"/>
          <ac:picMkLst>
            <pc:docMk/>
            <pc:sldMk cId="3005188485" sldId="259"/>
            <ac:picMk id="19" creationId="{FE9C2B1B-2A6F-AED5-05FA-E892B299FF81}"/>
          </ac:picMkLst>
        </pc:picChg>
      </pc:sldChg>
      <pc:sldChg chg="addSp delSp modSp new mod ord">
        <pc:chgData name="niranjan singh" userId="604cc15c72babea9" providerId="LiveId" clId="{3FE42C3D-F15E-4215-A35A-719F372E2D06}" dt="2026-06-18T12:59:06.662" v="265"/>
        <pc:sldMkLst>
          <pc:docMk/>
          <pc:sldMk cId="4290356233" sldId="260"/>
        </pc:sldMkLst>
        <pc:spChg chg="add mod">
          <ac:chgData name="niranjan singh" userId="604cc15c72babea9" providerId="LiveId" clId="{3FE42C3D-F15E-4215-A35A-719F372E2D06}" dt="2026-06-17T15:25:58.907" v="111" actId="20577"/>
          <ac:spMkLst>
            <pc:docMk/>
            <pc:sldMk cId="4290356233" sldId="260"/>
            <ac:spMk id="5" creationId="{6E5A5C36-BAB4-C8F3-A470-D94527B17627}"/>
          </ac:spMkLst>
        </pc:spChg>
        <pc:spChg chg="add mod">
          <ac:chgData name="niranjan singh" userId="604cc15c72babea9" providerId="LiveId" clId="{3FE42C3D-F15E-4215-A35A-719F372E2D06}" dt="2026-06-17T15:26:25.615" v="114" actId="1076"/>
          <ac:spMkLst>
            <pc:docMk/>
            <pc:sldMk cId="4290356233" sldId="260"/>
            <ac:spMk id="7" creationId="{97118589-3E54-7E5A-593E-CD458350E28D}"/>
          </ac:spMkLst>
        </pc:spChg>
        <pc:spChg chg="add del mod">
          <ac:chgData name="niranjan singh" userId="604cc15c72babea9" providerId="LiveId" clId="{3FE42C3D-F15E-4215-A35A-719F372E2D06}" dt="2026-06-17T15:26:59.318" v="118" actId="21"/>
          <ac:spMkLst>
            <pc:docMk/>
            <pc:sldMk cId="4290356233" sldId="260"/>
            <ac:spMk id="11" creationId="{3C60A75B-EAF4-FC9E-1BD2-17DDEB20B137}"/>
          </ac:spMkLst>
        </pc:spChg>
        <pc:graphicFrameChg chg="add mod modGraphic">
          <ac:chgData name="niranjan singh" userId="604cc15c72babea9" providerId="LiveId" clId="{3FE42C3D-F15E-4215-A35A-719F372E2D06}" dt="2026-06-17T15:28:34.774" v="125" actId="34135"/>
          <ac:graphicFrameMkLst>
            <pc:docMk/>
            <pc:sldMk cId="4290356233" sldId="260"/>
            <ac:graphicFrameMk id="8" creationId="{FB879568-F726-0EA0-50B0-79B90461291E}"/>
          </ac:graphicFrameMkLst>
        </pc:graphicFrameChg>
        <pc:graphicFrameChg chg="add del mod">
          <ac:chgData name="niranjan singh" userId="604cc15c72babea9" providerId="LiveId" clId="{3FE42C3D-F15E-4215-A35A-719F372E2D06}" dt="2026-06-17T15:27:11.691" v="119" actId="21"/>
          <ac:graphicFrameMkLst>
            <pc:docMk/>
            <pc:sldMk cId="4290356233" sldId="260"/>
            <ac:graphicFrameMk id="9" creationId="{5039DB2D-0EC9-D164-4311-21D5E45209FD}"/>
          </ac:graphicFrameMkLst>
        </pc:graphicFrameChg>
        <pc:picChg chg="add mod">
          <ac:chgData name="niranjan singh" userId="604cc15c72babea9" providerId="LiveId" clId="{3FE42C3D-F15E-4215-A35A-719F372E2D06}" dt="2026-06-17T15:28:38.829" v="126" actId="34135"/>
          <ac:picMkLst>
            <pc:docMk/>
            <pc:sldMk cId="4290356233" sldId="260"/>
            <ac:picMk id="3" creationId="{071259EC-DA56-1FA4-11DA-B3FB3BDCB961}"/>
          </ac:picMkLst>
        </pc:picChg>
      </pc:sldChg>
      <pc:sldChg chg="addSp delSp modSp new del mod">
        <pc:chgData name="niranjan singh" userId="604cc15c72babea9" providerId="LiveId" clId="{3FE42C3D-F15E-4215-A35A-719F372E2D06}" dt="2026-06-18T12:59:01.572" v="263" actId="2696"/>
        <pc:sldMkLst>
          <pc:docMk/>
          <pc:sldMk cId="554532400" sldId="261"/>
        </pc:sldMkLst>
        <pc:spChg chg="add mod">
          <ac:chgData name="niranjan singh" userId="604cc15c72babea9" providerId="LiveId" clId="{3FE42C3D-F15E-4215-A35A-719F372E2D06}" dt="2026-06-17T15:37:06.133" v="163" actId="20577"/>
          <ac:spMkLst>
            <pc:docMk/>
            <pc:sldMk cId="554532400" sldId="261"/>
            <ac:spMk id="11" creationId="{C7CF4698-958C-BE9B-C687-D1961F2B89E7}"/>
          </ac:spMkLst>
        </pc:spChg>
        <pc:picChg chg="add del mod">
          <ac:chgData name="niranjan singh" userId="604cc15c72babea9" providerId="LiveId" clId="{3FE42C3D-F15E-4215-A35A-719F372E2D06}" dt="2026-06-17T15:34:18.065" v="142" actId="21"/>
          <ac:picMkLst>
            <pc:docMk/>
            <pc:sldMk cId="554532400" sldId="261"/>
            <ac:picMk id="3" creationId="{7B9E1760-2294-5D26-F456-5C2C1D6A83E7}"/>
          </ac:picMkLst>
        </pc:picChg>
        <pc:picChg chg="add mod">
          <ac:chgData name="niranjan singh" userId="604cc15c72babea9" providerId="LiveId" clId="{3FE42C3D-F15E-4215-A35A-719F372E2D06}" dt="2026-06-17T15:34:42.953" v="146" actId="14100"/>
          <ac:picMkLst>
            <pc:docMk/>
            <pc:sldMk cId="554532400" sldId="261"/>
            <ac:picMk id="5" creationId="{A66F3782-0128-F10F-7A6F-E0C477EAE861}"/>
          </ac:picMkLst>
        </pc:picChg>
        <pc:picChg chg="add mod">
          <ac:chgData name="niranjan singh" userId="604cc15c72babea9" providerId="LiveId" clId="{3FE42C3D-F15E-4215-A35A-719F372E2D06}" dt="2026-06-17T15:35:13.320" v="149" actId="14100"/>
          <ac:picMkLst>
            <pc:docMk/>
            <pc:sldMk cId="554532400" sldId="261"/>
            <ac:picMk id="7" creationId="{0D7BC498-5B8C-984A-B3CE-BBF6E82F950C}"/>
          </ac:picMkLst>
        </pc:picChg>
        <pc:picChg chg="add mod">
          <ac:chgData name="niranjan singh" userId="604cc15c72babea9" providerId="LiveId" clId="{3FE42C3D-F15E-4215-A35A-719F372E2D06}" dt="2026-06-17T15:35:40.463" v="152" actId="14100"/>
          <ac:picMkLst>
            <pc:docMk/>
            <pc:sldMk cId="554532400" sldId="261"/>
            <ac:picMk id="9" creationId="{CA5A82BF-4603-D09B-F29C-F624C0BC72FE}"/>
          </ac:picMkLst>
        </pc:picChg>
      </pc:sldChg>
      <pc:sldChg chg="new del ord">
        <pc:chgData name="niranjan singh" userId="604cc15c72babea9" providerId="LiveId" clId="{3FE42C3D-F15E-4215-A35A-719F372E2D06}" dt="2026-06-17T15:29:24.964" v="135" actId="2696"/>
        <pc:sldMkLst>
          <pc:docMk/>
          <pc:sldMk cId="3467575646" sldId="261"/>
        </pc:sldMkLst>
      </pc:sldChg>
      <pc:sldChg chg="addSp delSp modSp new mod">
        <pc:chgData name="niranjan singh" userId="604cc15c72babea9" providerId="LiveId" clId="{3FE42C3D-F15E-4215-A35A-719F372E2D06}" dt="2026-06-18T13:28:50.586" v="338" actId="20577"/>
        <pc:sldMkLst>
          <pc:docMk/>
          <pc:sldMk cId="4127897741" sldId="261"/>
        </pc:sldMkLst>
        <pc:spChg chg="add del mod">
          <ac:chgData name="niranjan singh" userId="604cc15c72babea9" providerId="LiveId" clId="{3FE42C3D-F15E-4215-A35A-719F372E2D06}" dt="2026-06-18T13:28:20.170" v="331" actId="478"/>
          <ac:spMkLst>
            <pc:docMk/>
            <pc:sldMk cId="4127897741" sldId="261"/>
            <ac:spMk id="6" creationId="{E6E7F4DF-7DFE-6700-FAC0-ED0757BEEC28}"/>
          </ac:spMkLst>
        </pc:spChg>
        <pc:spChg chg="add del mod">
          <ac:chgData name="niranjan singh" userId="604cc15c72babea9" providerId="LiveId" clId="{3FE42C3D-F15E-4215-A35A-719F372E2D06}" dt="2026-06-18T13:28:32.479" v="334" actId="478"/>
          <ac:spMkLst>
            <pc:docMk/>
            <pc:sldMk cId="4127897741" sldId="261"/>
            <ac:spMk id="8" creationId="{2BF88FDA-0BF7-62FC-7945-1153167737C3}"/>
          </ac:spMkLst>
        </pc:spChg>
        <pc:spChg chg="add mod">
          <ac:chgData name="niranjan singh" userId="604cc15c72babea9" providerId="LiveId" clId="{3FE42C3D-F15E-4215-A35A-719F372E2D06}" dt="2026-06-18T13:28:50.586" v="338" actId="20577"/>
          <ac:spMkLst>
            <pc:docMk/>
            <pc:sldMk cId="4127897741" sldId="261"/>
            <ac:spMk id="10" creationId="{3C893563-F63A-5FE3-B88E-153D56040672}"/>
          </ac:spMkLst>
        </pc:spChg>
        <pc:graphicFrameChg chg="add del mod modGraphic">
          <ac:chgData name="niranjan singh" userId="604cc15c72babea9" providerId="LiveId" clId="{3FE42C3D-F15E-4215-A35A-719F372E2D06}" dt="2026-06-18T13:21:27.063" v="301" actId="21"/>
          <ac:graphicFrameMkLst>
            <pc:docMk/>
            <pc:sldMk cId="4127897741" sldId="261"/>
            <ac:graphicFrameMk id="2" creationId="{3A864C6D-FABE-0242-A9C8-3C793496B866}"/>
          </ac:graphicFrameMkLst>
        </pc:graphicFrameChg>
        <pc:picChg chg="add mod">
          <ac:chgData name="niranjan singh" userId="604cc15c72babea9" providerId="LiveId" clId="{3FE42C3D-F15E-4215-A35A-719F372E2D06}" dt="2026-06-18T13:24:26.944" v="308" actId="14100"/>
          <ac:picMkLst>
            <pc:docMk/>
            <pc:sldMk cId="4127897741" sldId="261"/>
            <ac:picMk id="4" creationId="{DF24C03E-A8A3-9900-953C-20DE18F59787}"/>
          </ac:picMkLst>
        </pc:picChg>
      </pc:sldChg>
      <pc:sldChg chg="addSp delSp modSp new mod">
        <pc:chgData name="niranjan singh" userId="604cc15c72babea9" providerId="LiveId" clId="{3FE42C3D-F15E-4215-A35A-719F372E2D06}" dt="2026-06-18T13:34:25.166" v="367" actId="20577"/>
        <pc:sldMkLst>
          <pc:docMk/>
          <pc:sldMk cId="1669303482" sldId="262"/>
        </pc:sldMkLst>
        <pc:spChg chg="add mod">
          <ac:chgData name="niranjan singh" userId="604cc15c72babea9" providerId="LiveId" clId="{3FE42C3D-F15E-4215-A35A-719F372E2D06}" dt="2026-06-18T13:34:25.166" v="367" actId="20577"/>
          <ac:spMkLst>
            <pc:docMk/>
            <pc:sldMk cId="1669303482" sldId="262"/>
            <ac:spMk id="7" creationId="{FBA9BEB7-DE81-BEE1-89BF-59F1EB86498B}"/>
          </ac:spMkLst>
        </pc:spChg>
        <pc:graphicFrameChg chg="add del mod modGraphic">
          <ac:chgData name="niranjan singh" userId="604cc15c72babea9" providerId="LiveId" clId="{3FE42C3D-F15E-4215-A35A-719F372E2D06}" dt="2026-06-18T13:32:37.842" v="353" actId="21"/>
          <ac:graphicFrameMkLst>
            <pc:docMk/>
            <pc:sldMk cId="1669303482" sldId="262"/>
            <ac:graphicFrameMk id="2" creationId="{5BF17919-00ED-07B4-6F99-C749D1018333}"/>
          </ac:graphicFrameMkLst>
        </pc:graphicFrameChg>
        <pc:graphicFrameChg chg="add del mod">
          <ac:chgData name="niranjan singh" userId="604cc15c72babea9" providerId="LiveId" clId="{3FE42C3D-F15E-4215-A35A-719F372E2D06}" dt="2026-06-18T13:33:24.804" v="359" actId="21"/>
          <ac:graphicFrameMkLst>
            <pc:docMk/>
            <pc:sldMk cId="1669303482" sldId="262"/>
            <ac:graphicFrameMk id="5" creationId="{5BF17919-00ED-07B4-6F99-C749D1018333}"/>
          </ac:graphicFrameMkLst>
        </pc:graphicFrameChg>
        <pc:picChg chg="add mod">
          <ac:chgData name="niranjan singh" userId="604cc15c72babea9" providerId="LiveId" clId="{3FE42C3D-F15E-4215-A35A-719F372E2D06}" dt="2026-06-18T13:34:06.475" v="363" actId="14100"/>
          <ac:picMkLst>
            <pc:docMk/>
            <pc:sldMk cId="1669303482" sldId="262"/>
            <ac:picMk id="4" creationId="{94A28618-7522-6A5A-9506-9F8B950A7632}"/>
          </ac:picMkLst>
        </pc:picChg>
      </pc:sldChg>
      <pc:sldChg chg="addSp delSp modSp new del mod">
        <pc:chgData name="niranjan singh" userId="604cc15c72babea9" providerId="LiveId" clId="{3FE42C3D-F15E-4215-A35A-719F372E2D06}" dt="2026-06-18T12:58:56.186" v="262" actId="2696"/>
        <pc:sldMkLst>
          <pc:docMk/>
          <pc:sldMk cId="3536444067" sldId="262"/>
        </pc:sldMkLst>
        <pc:spChg chg="add mod">
          <ac:chgData name="niranjan singh" userId="604cc15c72babea9" providerId="LiveId" clId="{3FE42C3D-F15E-4215-A35A-719F372E2D06}" dt="2026-06-17T15:36:49.929" v="159" actId="20577"/>
          <ac:spMkLst>
            <pc:docMk/>
            <pc:sldMk cId="3536444067" sldId="262"/>
            <ac:spMk id="5" creationId="{752164FF-C254-9FB1-555F-726F4C154DBD}"/>
          </ac:spMkLst>
        </pc:spChg>
        <pc:spChg chg="add mod">
          <ac:chgData name="niranjan singh" userId="604cc15c72babea9" providerId="LiveId" clId="{3FE42C3D-F15E-4215-A35A-719F372E2D06}" dt="2026-06-17T15:37:31.873" v="165" actId="1076"/>
          <ac:spMkLst>
            <pc:docMk/>
            <pc:sldMk cId="3536444067" sldId="262"/>
            <ac:spMk id="7" creationId="{D16BDB48-DDAB-2067-8173-55DD72807117}"/>
          </ac:spMkLst>
        </pc:spChg>
        <pc:spChg chg="add del">
          <ac:chgData name="niranjan singh" userId="604cc15c72babea9" providerId="LiveId" clId="{3FE42C3D-F15E-4215-A35A-719F372E2D06}" dt="2026-06-17T15:39:08.027" v="168" actId="21"/>
          <ac:spMkLst>
            <pc:docMk/>
            <pc:sldMk cId="3536444067" sldId="262"/>
            <ac:spMk id="11" creationId="{18C1983B-5917-C136-3459-D9B78FC90C14}"/>
          </ac:spMkLst>
        </pc:spChg>
        <pc:graphicFrameChg chg="add del mod modGraphic">
          <ac:chgData name="niranjan singh" userId="604cc15c72babea9" providerId="LiveId" clId="{3FE42C3D-F15E-4215-A35A-719F372E2D06}" dt="2026-06-17T15:40:43.587" v="176" actId="21"/>
          <ac:graphicFrameMkLst>
            <pc:docMk/>
            <pc:sldMk cId="3536444067" sldId="262"/>
            <ac:graphicFrameMk id="8" creationId="{08B85E98-D86F-2B6B-C672-D94B6307EE5D}"/>
          </ac:graphicFrameMkLst>
        </pc:graphicFrameChg>
        <pc:graphicFrameChg chg="add del mod">
          <ac:chgData name="niranjan singh" userId="604cc15c72babea9" providerId="LiveId" clId="{3FE42C3D-F15E-4215-A35A-719F372E2D06}" dt="2026-06-17T15:39:25.681" v="169" actId="21"/>
          <ac:graphicFrameMkLst>
            <pc:docMk/>
            <pc:sldMk cId="3536444067" sldId="262"/>
            <ac:graphicFrameMk id="9" creationId="{89F4EE74-4220-DF75-A811-4AC866AEDA37}"/>
          </ac:graphicFrameMkLst>
        </pc:graphicFrameChg>
        <pc:picChg chg="add mod">
          <ac:chgData name="niranjan singh" userId="604cc15c72babea9" providerId="LiveId" clId="{3FE42C3D-F15E-4215-A35A-719F372E2D06}" dt="2026-06-17T15:36:10.981" v="155" actId="1076"/>
          <ac:picMkLst>
            <pc:docMk/>
            <pc:sldMk cId="3536444067" sldId="262"/>
            <ac:picMk id="3" creationId="{65685008-FA25-5ABE-67E7-2803E9845582}"/>
          </ac:picMkLst>
        </pc:picChg>
        <pc:picChg chg="add mod">
          <ac:chgData name="niranjan singh" userId="604cc15c72babea9" providerId="LiveId" clId="{3FE42C3D-F15E-4215-A35A-719F372E2D06}" dt="2026-06-17T15:54:33.761" v="227" actId="1076"/>
          <ac:picMkLst>
            <pc:docMk/>
            <pc:sldMk cId="3536444067" sldId="262"/>
            <ac:picMk id="4" creationId="{DFC6463F-D63E-B618-DCA9-C5608116F904}"/>
          </ac:picMkLst>
        </pc:picChg>
        <pc:picChg chg="add mod">
          <ac:chgData name="niranjan singh" userId="604cc15c72babea9" providerId="LiveId" clId="{3FE42C3D-F15E-4215-A35A-719F372E2D06}" dt="2026-06-17T15:50:35.127" v="217" actId="14100"/>
          <ac:picMkLst>
            <pc:docMk/>
            <pc:sldMk cId="3536444067" sldId="262"/>
            <ac:picMk id="13" creationId="{A84FA5CF-0B05-A310-77A2-3D7FC62BB5CA}"/>
          </ac:picMkLst>
        </pc:picChg>
      </pc:sldChg>
      <pc:sldChg chg="addSp delSp modSp new del mod">
        <pc:chgData name="niranjan singh" userId="604cc15c72babea9" providerId="LiveId" clId="{3FE42C3D-F15E-4215-A35A-719F372E2D06}" dt="2026-06-17T15:44:12.939" v="194" actId="2696"/>
        <pc:sldMkLst>
          <pc:docMk/>
          <pc:sldMk cId="805905767" sldId="263"/>
        </pc:sldMkLst>
        <pc:spChg chg="add del">
          <ac:chgData name="niranjan singh" userId="604cc15c72babea9" providerId="LiveId" clId="{3FE42C3D-F15E-4215-A35A-719F372E2D06}" dt="2026-06-17T15:41:26.599" v="181" actId="21"/>
          <ac:spMkLst>
            <pc:docMk/>
            <pc:sldMk cId="805905767" sldId="263"/>
            <ac:spMk id="5" creationId="{A7D1A349-6BC4-B89B-AA72-E66CE1608A96}"/>
          </ac:spMkLst>
        </pc:spChg>
        <pc:graphicFrameChg chg="add del mod modGraphic">
          <ac:chgData name="niranjan singh" userId="604cc15c72babea9" providerId="LiveId" clId="{3FE42C3D-F15E-4215-A35A-719F372E2D06}" dt="2026-06-17T15:42:57.644" v="190" actId="21"/>
          <ac:graphicFrameMkLst>
            <pc:docMk/>
            <pc:sldMk cId="805905767" sldId="263"/>
            <ac:graphicFrameMk id="2" creationId="{AAF883B4-64E7-423C-2105-BEBCDE47CEF8}"/>
          </ac:graphicFrameMkLst>
        </pc:graphicFrameChg>
        <pc:graphicFrameChg chg="add del mod">
          <ac:chgData name="niranjan singh" userId="604cc15c72babea9" providerId="LiveId" clId="{3FE42C3D-F15E-4215-A35A-719F372E2D06}" dt="2026-06-17T15:41:34.077" v="182" actId="21"/>
          <ac:graphicFrameMkLst>
            <pc:docMk/>
            <pc:sldMk cId="805905767" sldId="263"/>
            <ac:graphicFrameMk id="3" creationId="{4DCA4240-5DF6-98AA-6C6C-57907CAA4E22}"/>
          </ac:graphicFrameMkLst>
        </pc:graphicFrameChg>
        <pc:graphicFrameChg chg="add mod">
          <ac:chgData name="niranjan singh" userId="604cc15c72babea9" providerId="LiveId" clId="{3FE42C3D-F15E-4215-A35A-719F372E2D06}" dt="2026-06-17T15:43:47.594" v="191"/>
          <ac:graphicFrameMkLst>
            <pc:docMk/>
            <pc:sldMk cId="805905767" sldId="263"/>
            <ac:graphicFrameMk id="6" creationId="{4A38873D-7D00-18F2-4E12-E97B7B721DF7}"/>
          </ac:graphicFrameMkLst>
        </pc:graphicFrameChg>
        <pc:graphicFrameChg chg="add mod">
          <ac:chgData name="niranjan singh" userId="604cc15c72babea9" providerId="LiveId" clId="{3FE42C3D-F15E-4215-A35A-719F372E2D06}" dt="2026-06-17T15:43:47.594" v="191"/>
          <ac:graphicFrameMkLst>
            <pc:docMk/>
            <pc:sldMk cId="805905767" sldId="263"/>
            <ac:graphicFrameMk id="7" creationId="{548FFDBD-EC45-73E8-454B-BF953A7921B5}"/>
          </ac:graphicFrameMkLst>
        </pc:graphicFrameChg>
        <pc:graphicFrameChg chg="add del mod">
          <ac:chgData name="niranjan singh" userId="604cc15c72babea9" providerId="LiveId" clId="{3FE42C3D-F15E-4215-A35A-719F372E2D06}" dt="2026-06-17T15:41:03.231" v="178" actId="21"/>
          <ac:graphicFrameMkLst>
            <pc:docMk/>
            <pc:sldMk cId="805905767" sldId="263"/>
            <ac:graphicFrameMk id="8" creationId="{08B85E98-D86F-2B6B-C672-D94B6307EE5D}"/>
          </ac:graphicFrameMkLst>
        </pc:graphicFrameChg>
        <pc:graphicFrameChg chg="add del mod">
          <ac:chgData name="niranjan singh" userId="604cc15c72babea9" providerId="LiveId" clId="{3FE42C3D-F15E-4215-A35A-719F372E2D06}" dt="2026-06-17T15:40:35.864" v="175" actId="21"/>
          <ac:graphicFrameMkLst>
            <pc:docMk/>
            <pc:sldMk cId="805905767" sldId="263"/>
            <ac:graphicFrameMk id="9" creationId="{89F4EE74-4220-DF75-A811-4AC866AEDA37}"/>
          </ac:graphicFrameMkLst>
        </pc:graphicFrameChg>
        <pc:graphicFrameChg chg="add mod">
          <ac:chgData name="niranjan singh" userId="604cc15c72babea9" providerId="LiveId" clId="{3FE42C3D-F15E-4215-A35A-719F372E2D06}" dt="2026-06-17T15:43:47.594" v="191"/>
          <ac:graphicFrameMkLst>
            <pc:docMk/>
            <pc:sldMk cId="805905767" sldId="263"/>
            <ac:graphicFrameMk id="10" creationId="{2943F8AA-C8FA-C57D-0B73-66AB895A2200}"/>
          </ac:graphicFrameMkLst>
        </pc:graphicFrameChg>
        <pc:graphicFrameChg chg="add mod">
          <ac:chgData name="niranjan singh" userId="604cc15c72babea9" providerId="LiveId" clId="{3FE42C3D-F15E-4215-A35A-719F372E2D06}" dt="2026-06-17T15:43:47.594" v="191"/>
          <ac:graphicFrameMkLst>
            <pc:docMk/>
            <pc:sldMk cId="805905767" sldId="263"/>
            <ac:graphicFrameMk id="11" creationId="{7C57D351-4FFA-0FE4-6311-DCA1FFA3B9A0}"/>
          </ac:graphicFrameMkLst>
        </pc:graphicFrameChg>
        <pc:graphicFrameChg chg="add mod">
          <ac:chgData name="niranjan singh" userId="604cc15c72babea9" providerId="LiveId" clId="{3FE42C3D-F15E-4215-A35A-719F372E2D06}" dt="2026-06-17T15:43:47.594" v="191"/>
          <ac:graphicFrameMkLst>
            <pc:docMk/>
            <pc:sldMk cId="805905767" sldId="263"/>
            <ac:graphicFrameMk id="12" creationId="{B6702DEE-7DB0-DFA2-F30F-983BD64E21B9}"/>
          </ac:graphicFrameMkLst>
        </pc:graphicFrameChg>
        <pc:graphicFrameChg chg="add del mod">
          <ac:chgData name="niranjan singh" userId="604cc15c72babea9" providerId="LiveId" clId="{3FE42C3D-F15E-4215-A35A-719F372E2D06}" dt="2026-06-17T15:44:05.656" v="193" actId="21"/>
          <ac:graphicFrameMkLst>
            <pc:docMk/>
            <pc:sldMk cId="805905767" sldId="263"/>
            <ac:graphicFrameMk id="13" creationId="{D66F118A-9951-57FD-A172-D93F11544F85}"/>
          </ac:graphicFrameMkLst>
        </pc:graphicFrameChg>
        <pc:graphicFrameChg chg="add del mod">
          <ac:chgData name="niranjan singh" userId="604cc15c72babea9" providerId="LiveId" clId="{3FE42C3D-F15E-4215-A35A-719F372E2D06}" dt="2026-06-17T15:43:59.987" v="192" actId="21"/>
          <ac:graphicFrameMkLst>
            <pc:docMk/>
            <pc:sldMk cId="805905767" sldId="263"/>
            <ac:graphicFrameMk id="14" creationId="{E3F17976-4564-3D67-68B8-E7A6DDC140D0}"/>
          </ac:graphicFrameMkLst>
        </pc:graphicFrameChg>
      </pc:sldChg>
      <pc:sldChg chg="addSp delSp modSp new del mod">
        <pc:chgData name="niranjan singh" userId="604cc15c72babea9" providerId="LiveId" clId="{3FE42C3D-F15E-4215-A35A-719F372E2D06}" dt="2026-06-17T15:48:04.971" v="209" actId="2696"/>
        <pc:sldMkLst>
          <pc:docMk/>
          <pc:sldMk cId="1354729618" sldId="263"/>
        </pc:sldMkLst>
        <pc:spChg chg="add del">
          <ac:chgData name="niranjan singh" userId="604cc15c72babea9" providerId="LiveId" clId="{3FE42C3D-F15E-4215-A35A-719F372E2D06}" dt="2026-06-17T15:46:36.334" v="201" actId="21"/>
          <ac:spMkLst>
            <pc:docMk/>
            <pc:sldMk cId="1354729618" sldId="263"/>
            <ac:spMk id="5" creationId="{8124323A-7EC5-2188-5654-D0F0E31FBC9C}"/>
          </ac:spMkLst>
        </pc:spChg>
        <pc:graphicFrameChg chg="add mod modGraphic">
          <ac:chgData name="niranjan singh" userId="604cc15c72babea9" providerId="LiveId" clId="{3FE42C3D-F15E-4215-A35A-719F372E2D06}" dt="2026-06-17T15:47:40.072" v="208" actId="947"/>
          <ac:graphicFrameMkLst>
            <pc:docMk/>
            <pc:sldMk cId="1354729618" sldId="263"/>
            <ac:graphicFrameMk id="2" creationId="{1CD038D8-04B1-66D7-B2BB-E1814695410C}"/>
          </ac:graphicFrameMkLst>
        </pc:graphicFrameChg>
        <pc:graphicFrameChg chg="add del mod">
          <ac:chgData name="niranjan singh" userId="604cc15c72babea9" providerId="LiveId" clId="{3FE42C3D-F15E-4215-A35A-719F372E2D06}" dt="2026-06-17T15:46:43.121" v="202" actId="21"/>
          <ac:graphicFrameMkLst>
            <pc:docMk/>
            <pc:sldMk cId="1354729618" sldId="263"/>
            <ac:graphicFrameMk id="3" creationId="{E2335FE3-8A06-3F07-51A3-57E7EFEE7B78}"/>
          </ac:graphicFrameMkLst>
        </pc:graphicFrameChg>
      </pc:sldChg>
      <pc:sldChg chg="new del">
        <pc:chgData name="niranjan singh" userId="604cc15c72babea9" providerId="LiveId" clId="{3FE42C3D-F15E-4215-A35A-719F372E2D06}" dt="2026-06-17T15:55:18.719" v="229" actId="2696"/>
        <pc:sldMkLst>
          <pc:docMk/>
          <pc:sldMk cId="2262028372" sldId="263"/>
        </pc:sldMkLst>
      </pc:sldChg>
      <pc:sldChg chg="addSp delSp modSp new del mod">
        <pc:chgData name="niranjan singh" userId="604cc15c72babea9" providerId="LiveId" clId="{3FE42C3D-F15E-4215-A35A-719F372E2D06}" dt="2026-06-17T15:49:22.617" v="213" actId="2696"/>
        <pc:sldMkLst>
          <pc:docMk/>
          <pc:sldMk cId="2695563709" sldId="263"/>
        </pc:sldMkLst>
        <pc:graphicFrameChg chg="add mod">
          <ac:chgData name="niranjan singh" userId="604cc15c72babea9" providerId="LiveId" clId="{3FE42C3D-F15E-4215-A35A-719F372E2D06}" dt="2026-06-17T15:49:00.187" v="211"/>
          <ac:graphicFrameMkLst>
            <pc:docMk/>
            <pc:sldMk cId="2695563709" sldId="263"/>
            <ac:graphicFrameMk id="2" creationId="{68D293DE-A68F-5D95-F7DC-185C06F898E4}"/>
          </ac:graphicFrameMkLst>
        </pc:graphicFrameChg>
        <pc:graphicFrameChg chg="add mod">
          <ac:chgData name="niranjan singh" userId="604cc15c72babea9" providerId="LiveId" clId="{3FE42C3D-F15E-4215-A35A-719F372E2D06}" dt="2026-06-17T15:49:00.187" v="211"/>
          <ac:graphicFrameMkLst>
            <pc:docMk/>
            <pc:sldMk cId="2695563709" sldId="263"/>
            <ac:graphicFrameMk id="3" creationId="{CA31D0E5-9215-AA2E-892E-D2E12C71E206}"/>
          </ac:graphicFrameMkLst>
        </pc:graphicFrameChg>
        <pc:graphicFrameChg chg="add mod">
          <ac:chgData name="niranjan singh" userId="604cc15c72babea9" providerId="LiveId" clId="{3FE42C3D-F15E-4215-A35A-719F372E2D06}" dt="2026-06-17T15:49:00.187" v="211"/>
          <ac:graphicFrameMkLst>
            <pc:docMk/>
            <pc:sldMk cId="2695563709" sldId="263"/>
            <ac:graphicFrameMk id="4" creationId="{DC436773-DFD1-488D-5371-A8C67A1B0731}"/>
          </ac:graphicFrameMkLst>
        </pc:graphicFrameChg>
        <pc:graphicFrameChg chg="add mod">
          <ac:chgData name="niranjan singh" userId="604cc15c72babea9" providerId="LiveId" clId="{3FE42C3D-F15E-4215-A35A-719F372E2D06}" dt="2026-06-17T15:49:00.187" v="211"/>
          <ac:graphicFrameMkLst>
            <pc:docMk/>
            <pc:sldMk cId="2695563709" sldId="263"/>
            <ac:graphicFrameMk id="5" creationId="{6DAD86E9-CCCA-5F45-3D60-C9FFFB3A9772}"/>
          </ac:graphicFrameMkLst>
        </pc:graphicFrameChg>
        <pc:graphicFrameChg chg="add mod">
          <ac:chgData name="niranjan singh" userId="604cc15c72babea9" providerId="LiveId" clId="{3FE42C3D-F15E-4215-A35A-719F372E2D06}" dt="2026-06-17T15:49:00.187" v="211"/>
          <ac:graphicFrameMkLst>
            <pc:docMk/>
            <pc:sldMk cId="2695563709" sldId="263"/>
            <ac:graphicFrameMk id="6" creationId="{6E9EF1C1-63DC-C7CB-8727-E9FB9ED7DC3B}"/>
          </ac:graphicFrameMkLst>
        </pc:graphicFrameChg>
        <pc:graphicFrameChg chg="add mod">
          <ac:chgData name="niranjan singh" userId="604cc15c72babea9" providerId="LiveId" clId="{3FE42C3D-F15E-4215-A35A-719F372E2D06}" dt="2026-06-17T15:49:00.187" v="211"/>
          <ac:graphicFrameMkLst>
            <pc:docMk/>
            <pc:sldMk cId="2695563709" sldId="263"/>
            <ac:graphicFrameMk id="7" creationId="{4D49CAAC-A32F-4197-01F1-EA79166A8E95}"/>
          </ac:graphicFrameMkLst>
        </pc:graphicFrameChg>
        <pc:graphicFrameChg chg="add mod">
          <ac:chgData name="niranjan singh" userId="604cc15c72babea9" providerId="LiveId" clId="{3FE42C3D-F15E-4215-A35A-719F372E2D06}" dt="2026-06-17T15:49:00.187" v="211"/>
          <ac:graphicFrameMkLst>
            <pc:docMk/>
            <pc:sldMk cId="2695563709" sldId="263"/>
            <ac:graphicFrameMk id="8" creationId="{BDC9F231-73D7-8880-406A-5CE95AD0B7F9}"/>
          </ac:graphicFrameMkLst>
        </pc:graphicFrameChg>
        <pc:graphicFrameChg chg="add mod">
          <ac:chgData name="niranjan singh" userId="604cc15c72babea9" providerId="LiveId" clId="{3FE42C3D-F15E-4215-A35A-719F372E2D06}" dt="2026-06-17T15:49:00.187" v="211"/>
          <ac:graphicFrameMkLst>
            <pc:docMk/>
            <pc:sldMk cId="2695563709" sldId="263"/>
            <ac:graphicFrameMk id="9" creationId="{0804E844-7032-55B4-2A4C-0C5A670FC36D}"/>
          </ac:graphicFrameMkLst>
        </pc:graphicFrameChg>
        <pc:graphicFrameChg chg="add del mod">
          <ac:chgData name="niranjan singh" userId="604cc15c72babea9" providerId="LiveId" clId="{3FE42C3D-F15E-4215-A35A-719F372E2D06}" dt="2026-06-17T15:49:12.361" v="212" actId="21"/>
          <ac:graphicFrameMkLst>
            <pc:docMk/>
            <pc:sldMk cId="2695563709" sldId="263"/>
            <ac:graphicFrameMk id="10" creationId="{EE70320A-B28E-7478-E815-6FBB7ED9C8DC}"/>
          </ac:graphicFrameMkLst>
        </pc:graphicFrameChg>
      </pc:sldChg>
      <pc:sldChg chg="addSp delSp modSp new mod ord">
        <pc:chgData name="niranjan singh" userId="604cc15c72babea9" providerId="LiveId" clId="{3FE42C3D-F15E-4215-A35A-719F372E2D06}" dt="2026-06-18T13:38:54.011" v="392" actId="20577"/>
        <pc:sldMkLst>
          <pc:docMk/>
          <pc:sldMk cId="2695764866" sldId="263"/>
        </pc:sldMkLst>
        <pc:spChg chg="add mod">
          <ac:chgData name="niranjan singh" userId="604cc15c72babea9" providerId="LiveId" clId="{3FE42C3D-F15E-4215-A35A-719F372E2D06}" dt="2026-06-18T13:38:54.011" v="392" actId="20577"/>
          <ac:spMkLst>
            <pc:docMk/>
            <pc:sldMk cId="2695764866" sldId="263"/>
            <ac:spMk id="8" creationId="{E2ADFCBB-4E71-4D30-567F-D167E52C4AEB}"/>
          </ac:spMkLst>
        </pc:spChg>
        <pc:graphicFrameChg chg="add del mod">
          <ac:chgData name="niranjan singh" userId="604cc15c72babea9" providerId="LiveId" clId="{3FE42C3D-F15E-4215-A35A-719F372E2D06}" dt="2026-06-18T13:35:41.351" v="368" actId="21"/>
          <ac:graphicFrameMkLst>
            <pc:docMk/>
            <pc:sldMk cId="2695764866" sldId="263"/>
            <ac:graphicFrameMk id="2" creationId="{698FAFE1-567C-B0E2-771E-61E865907A3F}"/>
          </ac:graphicFrameMkLst>
        </pc:graphicFrameChg>
        <pc:picChg chg="add mod">
          <ac:chgData name="niranjan singh" userId="604cc15c72babea9" providerId="LiveId" clId="{3FE42C3D-F15E-4215-A35A-719F372E2D06}" dt="2026-06-18T13:37:29.007" v="381" actId="14100"/>
          <ac:picMkLst>
            <pc:docMk/>
            <pc:sldMk cId="2695764866" sldId="263"/>
            <ac:picMk id="4" creationId="{0B8B40B0-AFB0-F13B-319A-6FAFDE365AB3}"/>
          </ac:picMkLst>
        </pc:picChg>
        <pc:picChg chg="add del mod">
          <ac:chgData name="niranjan singh" userId="604cc15c72babea9" providerId="LiveId" clId="{3FE42C3D-F15E-4215-A35A-719F372E2D06}" dt="2026-06-18T13:37:04.579" v="376" actId="21"/>
          <ac:picMkLst>
            <pc:docMk/>
            <pc:sldMk cId="2695764866" sldId="263"/>
            <ac:picMk id="6" creationId="{A0379F8D-9BB1-2413-FE44-89EE219246E8}"/>
          </ac:picMkLst>
        </pc:picChg>
      </pc:sldChg>
      <pc:sldChg chg="addSp modSp new del mod">
        <pc:chgData name="niranjan singh" userId="604cc15c72babea9" providerId="LiveId" clId="{3FE42C3D-F15E-4215-A35A-719F372E2D06}" dt="2026-06-18T12:58:49.289" v="261" actId="2696"/>
        <pc:sldMkLst>
          <pc:docMk/>
          <pc:sldMk cId="3434482970" sldId="263"/>
        </pc:sldMkLst>
        <pc:spChg chg="add mod">
          <ac:chgData name="niranjan singh" userId="604cc15c72babea9" providerId="LiveId" clId="{3FE42C3D-F15E-4215-A35A-719F372E2D06}" dt="2026-06-17T15:59:12.528" v="240" actId="1076"/>
          <ac:spMkLst>
            <pc:docMk/>
            <pc:sldMk cId="3434482970" sldId="263"/>
            <ac:spMk id="9" creationId="{A039435E-A162-7D47-45B1-9EEF0C064222}"/>
          </ac:spMkLst>
        </pc:spChg>
        <pc:picChg chg="add mod">
          <ac:chgData name="niranjan singh" userId="604cc15c72babea9" providerId="LiveId" clId="{3FE42C3D-F15E-4215-A35A-719F372E2D06}" dt="2026-06-17T15:57:33.748" v="232" actId="1076"/>
          <ac:picMkLst>
            <pc:docMk/>
            <pc:sldMk cId="3434482970" sldId="263"/>
            <ac:picMk id="3" creationId="{4B3A154D-374F-465E-2828-FC25AE894A8A}"/>
          </ac:picMkLst>
        </pc:picChg>
        <pc:picChg chg="add mod">
          <ac:chgData name="niranjan singh" userId="604cc15c72babea9" providerId="LiveId" clId="{3FE42C3D-F15E-4215-A35A-719F372E2D06}" dt="2026-06-17T15:57:58.042" v="234" actId="1076"/>
          <ac:picMkLst>
            <pc:docMk/>
            <pc:sldMk cId="3434482970" sldId="263"/>
            <ac:picMk id="5" creationId="{2B6B385F-53FF-6D08-CFB6-3BADCB8671D3}"/>
          </ac:picMkLst>
        </pc:picChg>
        <pc:picChg chg="add mod">
          <ac:chgData name="niranjan singh" userId="604cc15c72babea9" providerId="LiveId" clId="{3FE42C3D-F15E-4215-A35A-719F372E2D06}" dt="2026-06-17T15:58:37.026" v="238" actId="14100"/>
          <ac:picMkLst>
            <pc:docMk/>
            <pc:sldMk cId="3434482970" sldId="263"/>
            <ac:picMk id="7" creationId="{7E486BA1-BD2B-73AB-EF9C-5E18C920BEDE}"/>
          </ac:picMkLst>
        </pc:picChg>
      </pc:sldChg>
      <pc:sldChg chg="addSp modSp new del">
        <pc:chgData name="niranjan singh" userId="604cc15c72babea9" providerId="LiveId" clId="{3FE42C3D-F15E-4215-A35A-719F372E2D06}" dt="2026-06-17T15:45:17.947" v="197" actId="2696"/>
        <pc:sldMkLst>
          <pc:docMk/>
          <pc:sldMk cId="4223748996" sldId="263"/>
        </pc:sldMkLst>
        <pc:graphicFrameChg chg="add mod">
          <ac:chgData name="niranjan singh" userId="604cc15c72babea9" providerId="LiveId" clId="{3FE42C3D-F15E-4215-A35A-719F372E2D06}" dt="2026-06-17T15:45:07.669" v="196"/>
          <ac:graphicFrameMkLst>
            <pc:docMk/>
            <pc:sldMk cId="4223748996" sldId="263"/>
            <ac:graphicFrameMk id="2" creationId="{DDBA05D2-8B16-4DD3-DFC8-CF82A81685FE}"/>
          </ac:graphicFrameMkLst>
        </pc:graphicFrameChg>
        <pc:graphicFrameChg chg="add mod">
          <ac:chgData name="niranjan singh" userId="604cc15c72babea9" providerId="LiveId" clId="{3FE42C3D-F15E-4215-A35A-719F372E2D06}" dt="2026-06-17T15:45:07.669" v="196"/>
          <ac:graphicFrameMkLst>
            <pc:docMk/>
            <pc:sldMk cId="4223748996" sldId="263"/>
            <ac:graphicFrameMk id="3" creationId="{A4E61B7E-E497-09B0-BFA5-3A1BE2A3C320}"/>
          </ac:graphicFrameMkLst>
        </pc:graphicFrameChg>
        <pc:graphicFrameChg chg="add mod">
          <ac:chgData name="niranjan singh" userId="604cc15c72babea9" providerId="LiveId" clId="{3FE42C3D-F15E-4215-A35A-719F372E2D06}" dt="2026-06-17T15:45:07.669" v="196"/>
          <ac:graphicFrameMkLst>
            <pc:docMk/>
            <pc:sldMk cId="4223748996" sldId="263"/>
            <ac:graphicFrameMk id="4" creationId="{8B3C5672-7CCB-2732-7B44-ACA00AD43A24}"/>
          </ac:graphicFrameMkLst>
        </pc:graphicFrameChg>
        <pc:graphicFrameChg chg="add mod">
          <ac:chgData name="niranjan singh" userId="604cc15c72babea9" providerId="LiveId" clId="{3FE42C3D-F15E-4215-A35A-719F372E2D06}" dt="2026-06-17T15:45:07.669" v="196"/>
          <ac:graphicFrameMkLst>
            <pc:docMk/>
            <pc:sldMk cId="4223748996" sldId="263"/>
            <ac:graphicFrameMk id="5" creationId="{D5D529DE-CC25-72E3-5A9E-731F63E3B28D}"/>
          </ac:graphicFrameMkLst>
        </pc:graphicFrameChg>
        <pc:graphicFrameChg chg="add mod">
          <ac:chgData name="niranjan singh" userId="604cc15c72babea9" providerId="LiveId" clId="{3FE42C3D-F15E-4215-A35A-719F372E2D06}" dt="2026-06-17T15:45:07.669" v="196"/>
          <ac:graphicFrameMkLst>
            <pc:docMk/>
            <pc:sldMk cId="4223748996" sldId="263"/>
            <ac:graphicFrameMk id="6" creationId="{BDA0BCED-19F8-D4DC-7A99-5D1F5F964E00}"/>
          </ac:graphicFrameMkLst>
        </pc:graphicFrameChg>
        <pc:graphicFrameChg chg="add mod">
          <ac:chgData name="niranjan singh" userId="604cc15c72babea9" providerId="LiveId" clId="{3FE42C3D-F15E-4215-A35A-719F372E2D06}" dt="2026-06-17T15:45:07.669" v="196"/>
          <ac:graphicFrameMkLst>
            <pc:docMk/>
            <pc:sldMk cId="4223748996" sldId="263"/>
            <ac:graphicFrameMk id="7" creationId="{16721D56-8EF1-C55A-DD06-8983E5BD8F21}"/>
          </ac:graphicFrameMkLst>
        </pc:graphicFrameChg>
        <pc:graphicFrameChg chg="add mod">
          <ac:chgData name="niranjan singh" userId="604cc15c72babea9" providerId="LiveId" clId="{3FE42C3D-F15E-4215-A35A-719F372E2D06}" dt="2026-06-17T15:45:07.669" v="196"/>
          <ac:graphicFrameMkLst>
            <pc:docMk/>
            <pc:sldMk cId="4223748996" sldId="263"/>
            <ac:graphicFrameMk id="8" creationId="{7B0B6026-42C9-5790-0DDE-4D7BCD83959E}"/>
          </ac:graphicFrameMkLst>
        </pc:graphicFrameChg>
        <pc:graphicFrameChg chg="add mod">
          <ac:chgData name="niranjan singh" userId="604cc15c72babea9" providerId="LiveId" clId="{3FE42C3D-F15E-4215-A35A-719F372E2D06}" dt="2026-06-17T15:45:07.669" v="196"/>
          <ac:graphicFrameMkLst>
            <pc:docMk/>
            <pc:sldMk cId="4223748996" sldId="263"/>
            <ac:graphicFrameMk id="9" creationId="{A0B7CDCC-8B0F-BE06-D99B-0C169EEEE564}"/>
          </ac:graphicFrameMkLst>
        </pc:graphicFrameChg>
        <pc:graphicFrameChg chg="add mod">
          <ac:chgData name="niranjan singh" userId="604cc15c72babea9" providerId="LiveId" clId="{3FE42C3D-F15E-4215-A35A-719F372E2D06}" dt="2026-06-17T15:45:07.669" v="196"/>
          <ac:graphicFrameMkLst>
            <pc:docMk/>
            <pc:sldMk cId="4223748996" sldId="263"/>
            <ac:graphicFrameMk id="10" creationId="{F2C41226-5E8B-FC3C-1F5C-40E4FF56C043}"/>
          </ac:graphicFrameMkLst>
        </pc:graphicFrameChg>
        <pc:graphicFrameChg chg="add mod">
          <ac:chgData name="niranjan singh" userId="604cc15c72babea9" providerId="LiveId" clId="{3FE42C3D-F15E-4215-A35A-719F372E2D06}" dt="2026-06-17T15:45:07.669" v="196"/>
          <ac:graphicFrameMkLst>
            <pc:docMk/>
            <pc:sldMk cId="4223748996" sldId="263"/>
            <ac:graphicFrameMk id="11" creationId="{A2242B0F-8081-46C6-A59F-06E734BF3A00}"/>
          </ac:graphicFrameMkLst>
        </pc:graphicFrameChg>
      </pc:sldChg>
      <pc:sldChg chg="addSp modSp new del mod">
        <pc:chgData name="niranjan singh" userId="604cc15c72babea9" providerId="LiveId" clId="{3FE42C3D-F15E-4215-A35A-719F372E2D06}" dt="2026-06-17T16:17:28.120" v="259" actId="2696"/>
        <pc:sldMkLst>
          <pc:docMk/>
          <pc:sldMk cId="3519866336" sldId="264"/>
        </pc:sldMkLst>
        <pc:graphicFrameChg chg="add mod">
          <ac:chgData name="niranjan singh" userId="604cc15c72babea9" providerId="LiveId" clId="{3FE42C3D-F15E-4215-A35A-719F372E2D06}" dt="2026-06-17T16:16:56.401" v="252"/>
          <ac:graphicFrameMkLst>
            <pc:docMk/>
            <pc:sldMk cId="3519866336" sldId="264"/>
            <ac:graphicFrameMk id="2" creationId="{2B9713CA-3B95-2983-AE6C-0BDB888C44B2}"/>
          </ac:graphicFrameMkLst>
        </pc:graphicFrameChg>
        <pc:graphicFrameChg chg="add mod">
          <ac:chgData name="niranjan singh" userId="604cc15c72babea9" providerId="LiveId" clId="{3FE42C3D-F15E-4215-A35A-719F372E2D06}" dt="2026-06-17T16:17:00.633" v="253" actId="1076"/>
          <ac:graphicFrameMkLst>
            <pc:docMk/>
            <pc:sldMk cId="3519866336" sldId="264"/>
            <ac:graphicFrameMk id="3" creationId="{E393E7EC-E456-D147-BBE2-BAA3063904B9}"/>
          </ac:graphicFrameMkLst>
        </pc:graphicFrameChg>
        <pc:graphicFrameChg chg="add mod">
          <ac:chgData name="niranjan singh" userId="604cc15c72babea9" providerId="LiveId" clId="{3FE42C3D-F15E-4215-A35A-719F372E2D06}" dt="2026-06-17T16:16:56.401" v="252"/>
          <ac:graphicFrameMkLst>
            <pc:docMk/>
            <pc:sldMk cId="3519866336" sldId="264"/>
            <ac:graphicFrameMk id="4" creationId="{2E599DFD-DF2B-4502-4A1E-9450E5F969BF}"/>
          </ac:graphicFrameMkLst>
        </pc:graphicFrameChg>
        <pc:graphicFrameChg chg="add mod">
          <ac:chgData name="niranjan singh" userId="604cc15c72babea9" providerId="LiveId" clId="{3FE42C3D-F15E-4215-A35A-719F372E2D06}" dt="2026-06-17T16:16:56.401" v="252"/>
          <ac:graphicFrameMkLst>
            <pc:docMk/>
            <pc:sldMk cId="3519866336" sldId="264"/>
            <ac:graphicFrameMk id="5" creationId="{A106308E-F4B5-9101-B406-5D16A37AEBB3}"/>
          </ac:graphicFrameMkLst>
        </pc:graphicFrameChg>
        <pc:graphicFrameChg chg="add mod">
          <ac:chgData name="niranjan singh" userId="604cc15c72babea9" providerId="LiveId" clId="{3FE42C3D-F15E-4215-A35A-719F372E2D06}" dt="2026-06-17T16:16:56.401" v="252"/>
          <ac:graphicFrameMkLst>
            <pc:docMk/>
            <pc:sldMk cId="3519866336" sldId="264"/>
            <ac:graphicFrameMk id="6" creationId="{92EEB88F-5467-BE10-3900-8536FBC74495}"/>
          </ac:graphicFrameMkLst>
        </pc:graphicFrameChg>
        <pc:graphicFrameChg chg="add mod modGraphic">
          <ac:chgData name="niranjan singh" userId="604cc15c72babea9" providerId="LiveId" clId="{3FE42C3D-F15E-4215-A35A-719F372E2D06}" dt="2026-06-17T16:17:22.753" v="258" actId="14100"/>
          <ac:graphicFrameMkLst>
            <pc:docMk/>
            <pc:sldMk cId="3519866336" sldId="264"/>
            <ac:graphicFrameMk id="7" creationId="{91AB4C70-E3C8-D500-6FC7-1435199AD4AA}"/>
          </ac:graphicFrameMkLst>
        </pc:graphicFrameChg>
      </pc:sldChg>
      <pc:sldChg chg="addSp delSp modSp new mod">
        <pc:chgData name="niranjan singh" userId="604cc15c72babea9" providerId="LiveId" clId="{3FE42C3D-F15E-4215-A35A-719F372E2D06}" dt="2026-06-18T13:46:38.475" v="429" actId="20577"/>
        <pc:sldMkLst>
          <pc:docMk/>
          <pc:sldMk cId="3765063229" sldId="264"/>
        </pc:sldMkLst>
        <pc:spChg chg="add del">
          <ac:chgData name="niranjan singh" userId="604cc15c72babea9" providerId="LiveId" clId="{3FE42C3D-F15E-4215-A35A-719F372E2D06}" dt="2026-06-18T13:10:42.957" v="283" actId="21"/>
          <ac:spMkLst>
            <pc:docMk/>
            <pc:sldMk cId="3765063229" sldId="264"/>
            <ac:spMk id="3" creationId="{712A7A52-1792-8987-BC28-1C3E2B366F70}"/>
          </ac:spMkLst>
        </pc:spChg>
        <pc:spChg chg="add del">
          <ac:chgData name="niranjan singh" userId="604cc15c72babea9" providerId="LiveId" clId="{3FE42C3D-F15E-4215-A35A-719F372E2D06}" dt="2026-06-18T13:11:05.081" v="285" actId="21"/>
          <ac:spMkLst>
            <pc:docMk/>
            <pc:sldMk cId="3765063229" sldId="264"/>
            <ac:spMk id="5" creationId="{B7E3E6A6-20A8-C8D0-402F-7099EDBD549B}"/>
          </ac:spMkLst>
        </pc:spChg>
        <pc:spChg chg="add mod">
          <ac:chgData name="niranjan singh" userId="604cc15c72babea9" providerId="LiveId" clId="{3FE42C3D-F15E-4215-A35A-719F372E2D06}" dt="2026-06-18T13:46:38.475" v="429" actId="20577"/>
          <ac:spMkLst>
            <pc:docMk/>
            <pc:sldMk cId="3765063229" sldId="264"/>
            <ac:spMk id="10" creationId="{D84D23AB-A1A2-C718-F06C-BCD9E123A31E}"/>
          </ac:spMkLst>
        </pc:spChg>
        <pc:graphicFrameChg chg="add del mod">
          <ac:chgData name="niranjan singh" userId="604cc15c72babea9" providerId="LiveId" clId="{3FE42C3D-F15E-4215-A35A-719F372E2D06}" dt="2026-06-18T13:41:07.074" v="397" actId="21"/>
          <ac:graphicFrameMkLst>
            <pc:docMk/>
            <pc:sldMk cId="3765063229" sldId="264"/>
            <ac:graphicFrameMk id="6" creationId="{E7A4F291-4A3C-633A-EB89-AD45919CB90E}"/>
          </ac:graphicFrameMkLst>
        </pc:graphicFrameChg>
        <pc:picChg chg="add mod">
          <ac:chgData name="niranjan singh" userId="604cc15c72babea9" providerId="LiveId" clId="{3FE42C3D-F15E-4215-A35A-719F372E2D06}" dt="2026-06-18T13:42:00.653" v="405" actId="14100"/>
          <ac:picMkLst>
            <pc:docMk/>
            <pc:sldMk cId="3765063229" sldId="264"/>
            <ac:picMk id="8" creationId="{09637065-7443-EC84-C5FA-0523A8B3442E}"/>
          </ac:picMkLst>
        </pc:picChg>
      </pc:sldChg>
      <pc:sldChg chg="new del">
        <pc:chgData name="niranjan singh" userId="604cc15c72babea9" providerId="LiveId" clId="{3FE42C3D-F15E-4215-A35A-719F372E2D06}" dt="2026-06-17T16:17:32.852" v="260" actId="2696"/>
        <pc:sldMkLst>
          <pc:docMk/>
          <pc:sldMk cId="1303925821" sldId="265"/>
        </pc:sldMkLst>
      </pc:sldChg>
      <pc:sldChg chg="addSp delSp modSp new mod">
        <pc:chgData name="niranjan singh" userId="604cc15c72babea9" providerId="LiveId" clId="{3FE42C3D-F15E-4215-A35A-719F372E2D06}" dt="2026-06-18T14:40:01.688" v="481" actId="20577"/>
        <pc:sldMkLst>
          <pc:docMk/>
          <pc:sldMk cId="3307065539" sldId="265"/>
        </pc:sldMkLst>
        <pc:spChg chg="add mod">
          <ac:chgData name="niranjan singh" userId="604cc15c72babea9" providerId="LiveId" clId="{3FE42C3D-F15E-4215-A35A-719F372E2D06}" dt="2026-06-18T14:40:01.688" v="481" actId="20577"/>
          <ac:spMkLst>
            <pc:docMk/>
            <pc:sldMk cId="3307065539" sldId="265"/>
            <ac:spMk id="6" creationId="{A9359A7B-85B5-E244-60FF-A4C981EF96B4}"/>
          </ac:spMkLst>
        </pc:spChg>
        <pc:graphicFrameChg chg="add del mod">
          <ac:chgData name="niranjan singh" userId="604cc15c72babea9" providerId="LiveId" clId="{3FE42C3D-F15E-4215-A35A-719F372E2D06}" dt="2026-06-18T14:37:26.343" v="463" actId="21"/>
          <ac:graphicFrameMkLst>
            <pc:docMk/>
            <pc:sldMk cId="3307065539" sldId="265"/>
            <ac:graphicFrameMk id="2" creationId="{E2E03B95-AB54-C7AE-46EF-94919442C93A}"/>
          </ac:graphicFrameMkLst>
        </pc:graphicFrameChg>
        <pc:picChg chg="add mod">
          <ac:chgData name="niranjan singh" userId="604cc15c72babea9" providerId="LiveId" clId="{3FE42C3D-F15E-4215-A35A-719F372E2D06}" dt="2026-06-18T14:38:11.373" v="469" actId="14100"/>
          <ac:picMkLst>
            <pc:docMk/>
            <pc:sldMk cId="3307065539" sldId="265"/>
            <ac:picMk id="4" creationId="{C9B19D73-0E6A-6AD9-3169-4BDF85C6CBC0}"/>
          </ac:picMkLst>
        </pc:picChg>
      </pc:sldChg>
      <pc:sldChg chg="addSp delSp modSp new del mod">
        <pc:chgData name="niranjan singh" userId="604cc15c72babea9" providerId="LiveId" clId="{3FE42C3D-F15E-4215-A35A-719F372E2D06}" dt="2026-06-18T13:03:48.820" v="268" actId="2696"/>
        <pc:sldMkLst>
          <pc:docMk/>
          <pc:sldMk cId="2225928153" sldId="266"/>
        </pc:sldMkLst>
        <pc:spChg chg="add del">
          <ac:chgData name="niranjan singh" userId="604cc15c72babea9" providerId="LiveId" clId="{3FE42C3D-F15E-4215-A35A-719F372E2D06}" dt="2026-06-17T16:12:50.002" v="247" actId="21"/>
          <ac:spMkLst>
            <pc:docMk/>
            <pc:sldMk cId="2225928153" sldId="266"/>
            <ac:spMk id="7" creationId="{5EF00773-E3DC-B704-774E-37A305D82F34}"/>
          </ac:spMkLst>
        </pc:spChg>
        <pc:graphicFrameChg chg="add mod">
          <ac:chgData name="niranjan singh" userId="604cc15c72babea9" providerId="LiveId" clId="{3FE42C3D-F15E-4215-A35A-719F372E2D06}" dt="2026-06-18T13:03:34.707" v="266"/>
          <ac:graphicFrameMkLst>
            <pc:docMk/>
            <pc:sldMk cId="2225928153" sldId="266"/>
            <ac:graphicFrameMk id="2" creationId="{034AD7BE-26DF-F26B-4C5D-7184BF79FDFC}"/>
          </ac:graphicFrameMkLst>
        </pc:graphicFrameChg>
        <pc:graphicFrameChg chg="add del mod">
          <ac:chgData name="niranjan singh" userId="604cc15c72babea9" providerId="LiveId" clId="{3FE42C3D-F15E-4215-A35A-719F372E2D06}" dt="2026-06-17T16:13:13.516" v="250" actId="21"/>
          <ac:graphicFrameMkLst>
            <pc:docMk/>
            <pc:sldMk cId="2225928153" sldId="266"/>
            <ac:graphicFrameMk id="2" creationId="{3782973A-000F-CEB8-635A-48AB0C748779}"/>
          </ac:graphicFrameMkLst>
        </pc:graphicFrameChg>
        <pc:graphicFrameChg chg="add del mod">
          <ac:chgData name="niranjan singh" userId="604cc15c72babea9" providerId="LiveId" clId="{3FE42C3D-F15E-4215-A35A-719F372E2D06}" dt="2026-06-17T16:12:38.728" v="246" actId="21"/>
          <ac:graphicFrameMkLst>
            <pc:docMk/>
            <pc:sldMk cId="2225928153" sldId="266"/>
            <ac:graphicFrameMk id="3" creationId="{591DFA4F-B569-5931-77FC-93CEE6D46655}"/>
          </ac:graphicFrameMkLst>
        </pc:graphicFrameChg>
        <pc:graphicFrameChg chg="add mod">
          <ac:chgData name="niranjan singh" userId="604cc15c72babea9" providerId="LiveId" clId="{3FE42C3D-F15E-4215-A35A-719F372E2D06}" dt="2026-06-18T13:03:34.707" v="266"/>
          <ac:graphicFrameMkLst>
            <pc:docMk/>
            <pc:sldMk cId="2225928153" sldId="266"/>
            <ac:graphicFrameMk id="4" creationId="{5382BC49-A7BC-F75A-42B6-8D5D56976794}"/>
          </ac:graphicFrameMkLst>
        </pc:graphicFrameChg>
        <pc:graphicFrameChg chg="add del mod">
          <ac:chgData name="niranjan singh" userId="604cc15c72babea9" providerId="LiveId" clId="{3FE42C3D-F15E-4215-A35A-719F372E2D06}" dt="2026-06-17T16:13:20.718" v="251" actId="21"/>
          <ac:graphicFrameMkLst>
            <pc:docMk/>
            <pc:sldMk cId="2225928153" sldId="266"/>
            <ac:graphicFrameMk id="4" creationId="{E5829C23-FCC9-8334-ACB2-DC844EDBC801}"/>
          </ac:graphicFrameMkLst>
        </pc:graphicFrameChg>
        <pc:graphicFrameChg chg="add del mod">
          <ac:chgData name="niranjan singh" userId="604cc15c72babea9" providerId="LiveId" clId="{3FE42C3D-F15E-4215-A35A-719F372E2D06}" dt="2026-06-17T16:13:03.878" v="249" actId="21"/>
          <ac:graphicFrameMkLst>
            <pc:docMk/>
            <pc:sldMk cId="2225928153" sldId="266"/>
            <ac:graphicFrameMk id="5" creationId="{242EDCB6-78AA-9E87-092B-B10031FF588A}"/>
          </ac:graphicFrameMkLst>
        </pc:graphicFrameChg>
        <pc:graphicFrameChg chg="add mod">
          <ac:chgData name="niranjan singh" userId="604cc15c72babea9" providerId="LiveId" clId="{3FE42C3D-F15E-4215-A35A-719F372E2D06}" dt="2026-06-18T13:03:34.707" v="266"/>
          <ac:graphicFrameMkLst>
            <pc:docMk/>
            <pc:sldMk cId="2225928153" sldId="266"/>
            <ac:graphicFrameMk id="5" creationId="{6BA8FAD4-9F40-88A6-EE08-5A88173A90F5}"/>
          </ac:graphicFrameMkLst>
        </pc:graphicFrameChg>
        <pc:graphicFrameChg chg="add mod">
          <ac:chgData name="niranjan singh" userId="604cc15c72babea9" providerId="LiveId" clId="{3FE42C3D-F15E-4215-A35A-719F372E2D06}" dt="2026-06-18T13:03:34.707" v="266"/>
          <ac:graphicFrameMkLst>
            <pc:docMk/>
            <pc:sldMk cId="2225928153" sldId="266"/>
            <ac:graphicFrameMk id="6" creationId="{293BF2B1-C98F-D07E-1625-C771C50D1A71}"/>
          </ac:graphicFrameMkLst>
        </pc:graphicFrameChg>
        <pc:graphicFrameChg chg="add mod">
          <ac:chgData name="niranjan singh" userId="604cc15c72babea9" providerId="LiveId" clId="{3FE42C3D-F15E-4215-A35A-719F372E2D06}" dt="2026-06-18T13:03:34.707" v="266"/>
          <ac:graphicFrameMkLst>
            <pc:docMk/>
            <pc:sldMk cId="2225928153" sldId="266"/>
            <ac:graphicFrameMk id="9" creationId="{FF81C508-F03C-81AD-0B02-BBA559BCC779}"/>
          </ac:graphicFrameMkLst>
        </pc:graphicFrameChg>
        <pc:graphicFrameChg chg="add mod">
          <ac:chgData name="niranjan singh" userId="604cc15c72babea9" providerId="LiveId" clId="{3FE42C3D-F15E-4215-A35A-719F372E2D06}" dt="2026-06-18T13:03:34.707" v="266"/>
          <ac:graphicFrameMkLst>
            <pc:docMk/>
            <pc:sldMk cId="2225928153" sldId="266"/>
            <ac:graphicFrameMk id="10" creationId="{EE0240C3-2A4B-FDEB-ADB3-30CBAD2E5BF7}"/>
          </ac:graphicFrameMkLst>
        </pc:graphicFrameChg>
        <pc:graphicFrameChg chg="add mod">
          <ac:chgData name="niranjan singh" userId="604cc15c72babea9" providerId="LiveId" clId="{3FE42C3D-F15E-4215-A35A-719F372E2D06}" dt="2026-06-18T13:03:34.707" v="266"/>
          <ac:graphicFrameMkLst>
            <pc:docMk/>
            <pc:sldMk cId="2225928153" sldId="266"/>
            <ac:graphicFrameMk id="11" creationId="{9A06C188-7796-63FD-E249-30DAF80C6F50}"/>
          </ac:graphicFrameMkLst>
        </pc:graphicFrameChg>
        <pc:graphicFrameChg chg="add mod">
          <ac:chgData name="niranjan singh" userId="604cc15c72babea9" providerId="LiveId" clId="{3FE42C3D-F15E-4215-A35A-719F372E2D06}" dt="2026-06-18T13:03:34.707" v="266"/>
          <ac:graphicFrameMkLst>
            <pc:docMk/>
            <pc:sldMk cId="2225928153" sldId="266"/>
            <ac:graphicFrameMk id="12" creationId="{A4825465-9F08-6C43-79FC-389078320BBB}"/>
          </ac:graphicFrameMkLst>
        </pc:graphicFrameChg>
        <pc:graphicFrameChg chg="add mod">
          <ac:chgData name="niranjan singh" userId="604cc15c72babea9" providerId="LiveId" clId="{3FE42C3D-F15E-4215-A35A-719F372E2D06}" dt="2026-06-18T13:03:34.707" v="266"/>
          <ac:graphicFrameMkLst>
            <pc:docMk/>
            <pc:sldMk cId="2225928153" sldId="266"/>
            <ac:graphicFrameMk id="13" creationId="{4430A25F-3CC2-9457-AD86-7517A4490082}"/>
          </ac:graphicFrameMkLst>
        </pc:graphicFrameChg>
        <pc:graphicFrameChg chg="add del mod">
          <ac:chgData name="niranjan singh" userId="604cc15c72babea9" providerId="LiveId" clId="{3FE42C3D-F15E-4215-A35A-719F372E2D06}" dt="2026-06-18T13:03:44.772" v="267" actId="21"/>
          <ac:graphicFrameMkLst>
            <pc:docMk/>
            <pc:sldMk cId="2225928153" sldId="266"/>
            <ac:graphicFrameMk id="14" creationId="{84D6BEE9-AC40-ABF6-6A1E-7933079E13A3}"/>
          </ac:graphicFrameMkLst>
        </pc:graphicFrameChg>
      </pc:sldChg>
      <pc:sldChg chg="addSp delSp modSp new mod">
        <pc:chgData name="niranjan singh" userId="604cc15c72babea9" providerId="LiveId" clId="{3FE42C3D-F15E-4215-A35A-719F372E2D06}" dt="2026-06-18T14:47:10.562" v="504" actId="20577"/>
        <pc:sldMkLst>
          <pc:docMk/>
          <pc:sldMk cId="4240534130" sldId="266"/>
        </pc:sldMkLst>
        <pc:spChg chg="add del">
          <ac:chgData name="niranjan singh" userId="604cc15c72babea9" providerId="LiveId" clId="{3FE42C3D-F15E-4215-A35A-719F372E2D06}" dt="2026-06-18T13:17:16.880" v="297" actId="21"/>
          <ac:spMkLst>
            <pc:docMk/>
            <pc:sldMk cId="4240534130" sldId="266"/>
            <ac:spMk id="3" creationId="{426B425A-151B-5582-B9A7-C9283891FBF6}"/>
          </ac:spMkLst>
        </pc:spChg>
        <pc:spChg chg="add mod">
          <ac:chgData name="niranjan singh" userId="604cc15c72babea9" providerId="LiveId" clId="{3FE42C3D-F15E-4215-A35A-719F372E2D06}" dt="2026-06-18T14:47:10.562" v="504" actId="20577"/>
          <ac:spMkLst>
            <pc:docMk/>
            <pc:sldMk cId="4240534130" sldId="266"/>
            <ac:spMk id="6" creationId="{68B74A96-2F38-2513-25DC-7281586C35D7}"/>
          </ac:spMkLst>
        </pc:spChg>
        <pc:graphicFrameChg chg="add del mod">
          <ac:chgData name="niranjan singh" userId="604cc15c72babea9" providerId="LiveId" clId="{3FE42C3D-F15E-4215-A35A-719F372E2D06}" dt="2026-06-18T14:44:22.526" v="489" actId="21"/>
          <ac:graphicFrameMkLst>
            <pc:docMk/>
            <pc:sldMk cId="4240534130" sldId="266"/>
            <ac:graphicFrameMk id="4" creationId="{662A0A14-2FE2-026E-9B9D-2760C2CC4B28}"/>
          </ac:graphicFrameMkLst>
        </pc:graphicFrameChg>
        <pc:picChg chg="add mod">
          <ac:chgData name="niranjan singh" userId="604cc15c72babea9" providerId="LiveId" clId="{3FE42C3D-F15E-4215-A35A-719F372E2D06}" dt="2026-06-18T14:45:55.582" v="494" actId="14100"/>
          <ac:picMkLst>
            <pc:docMk/>
            <pc:sldMk cId="4240534130" sldId="266"/>
            <ac:picMk id="3" creationId="{21F34AD7-78D5-61CC-B3C1-1699B2A1D275}"/>
          </ac:picMkLst>
        </pc:picChg>
      </pc:sldChg>
      <pc:sldChg chg="addSp delSp modSp new mod ord">
        <pc:chgData name="niranjan singh" userId="604cc15c72babea9" providerId="LiveId" clId="{3FE42C3D-F15E-4215-A35A-719F372E2D06}" dt="2026-06-18T14:35:22.941" v="457" actId="20577"/>
        <pc:sldMkLst>
          <pc:docMk/>
          <pc:sldMk cId="3091837970" sldId="267"/>
        </pc:sldMkLst>
        <pc:spChg chg="add mod">
          <ac:chgData name="niranjan singh" userId="604cc15c72babea9" providerId="LiveId" clId="{3FE42C3D-F15E-4215-A35A-719F372E2D06}" dt="2026-06-18T14:35:22.941" v="457" actId="20577"/>
          <ac:spMkLst>
            <pc:docMk/>
            <pc:sldMk cId="3091837970" sldId="267"/>
            <ac:spMk id="6" creationId="{E333A614-6434-F71F-4D22-7EDB9753743F}"/>
          </ac:spMkLst>
        </pc:spChg>
        <pc:graphicFrameChg chg="add del mod modGraphic">
          <ac:chgData name="niranjan singh" userId="604cc15c72babea9" providerId="LiveId" clId="{3FE42C3D-F15E-4215-A35A-719F372E2D06}" dt="2026-06-18T14:32:34.739" v="435" actId="21"/>
          <ac:graphicFrameMkLst>
            <pc:docMk/>
            <pc:sldMk cId="3091837970" sldId="267"/>
            <ac:graphicFrameMk id="2" creationId="{98E3F0BF-AD24-D392-F187-071B8BB8E63F}"/>
          </ac:graphicFrameMkLst>
        </pc:graphicFrameChg>
        <pc:picChg chg="add mod">
          <ac:chgData name="niranjan singh" userId="604cc15c72babea9" providerId="LiveId" clId="{3FE42C3D-F15E-4215-A35A-719F372E2D06}" dt="2026-06-18T14:35:09.577" v="452" actId="1076"/>
          <ac:picMkLst>
            <pc:docMk/>
            <pc:sldMk cId="3091837970" sldId="267"/>
            <ac:picMk id="4" creationId="{E29A0C6C-2B34-7D02-13A1-B0AA6C81B1C9}"/>
          </ac:picMkLst>
        </pc:picChg>
      </pc:sldChg>
      <pc:sldChg chg="addSp delSp modSp new mod">
        <pc:chgData name="niranjan singh" userId="604cc15c72babea9" providerId="LiveId" clId="{3FE42C3D-F15E-4215-A35A-719F372E2D06}" dt="2026-06-18T14:51:52.178" v="532" actId="20577"/>
        <pc:sldMkLst>
          <pc:docMk/>
          <pc:sldMk cId="1285743643" sldId="268"/>
        </pc:sldMkLst>
        <pc:spChg chg="add mod">
          <ac:chgData name="niranjan singh" userId="604cc15c72babea9" providerId="LiveId" clId="{3FE42C3D-F15E-4215-A35A-719F372E2D06}" dt="2026-06-18T14:51:52.178" v="532" actId="20577"/>
          <ac:spMkLst>
            <pc:docMk/>
            <pc:sldMk cId="1285743643" sldId="268"/>
            <ac:spMk id="6" creationId="{2FE09049-DE27-8B63-E556-51D9D2226BE2}"/>
          </ac:spMkLst>
        </pc:spChg>
        <pc:graphicFrameChg chg="add del mod">
          <ac:chgData name="niranjan singh" userId="604cc15c72babea9" providerId="LiveId" clId="{3FE42C3D-F15E-4215-A35A-719F372E2D06}" dt="2026-06-18T14:49:24.393" v="512" actId="21"/>
          <ac:graphicFrameMkLst>
            <pc:docMk/>
            <pc:sldMk cId="1285743643" sldId="268"/>
            <ac:graphicFrameMk id="2" creationId="{28702D4B-C7E7-F197-FF72-7A77DFBD8CDE}"/>
          </ac:graphicFrameMkLst>
        </pc:graphicFrameChg>
        <pc:picChg chg="add mod">
          <ac:chgData name="niranjan singh" userId="604cc15c72babea9" providerId="LiveId" clId="{3FE42C3D-F15E-4215-A35A-719F372E2D06}" dt="2026-06-18T14:50:03.874" v="517" actId="14100"/>
          <ac:picMkLst>
            <pc:docMk/>
            <pc:sldMk cId="1285743643" sldId="268"/>
            <ac:picMk id="4" creationId="{A9C315A3-66B9-E23E-B441-177C51B22940}"/>
          </ac:picMkLst>
        </pc:picChg>
      </pc:sldChg>
      <pc:sldChg chg="addSp modSp new mod">
        <pc:chgData name="niranjan singh" userId="604cc15c72babea9" providerId="LiveId" clId="{3FE42C3D-F15E-4215-A35A-719F372E2D06}" dt="2026-06-18T13:30:32.669" v="350" actId="20577"/>
        <pc:sldMkLst>
          <pc:docMk/>
          <pc:sldMk cId="3656974571" sldId="269"/>
        </pc:sldMkLst>
        <pc:spChg chg="add mod">
          <ac:chgData name="niranjan singh" userId="604cc15c72babea9" providerId="LiveId" clId="{3FE42C3D-F15E-4215-A35A-719F372E2D06}" dt="2026-06-18T13:30:32.669" v="350" actId="20577"/>
          <ac:spMkLst>
            <pc:docMk/>
            <pc:sldMk cId="3656974571" sldId="269"/>
            <ac:spMk id="5" creationId="{892C867C-B715-0AAA-6850-9AAB3624C5E8}"/>
          </ac:spMkLst>
        </pc:spChg>
        <pc:picChg chg="add mod">
          <ac:chgData name="niranjan singh" userId="604cc15c72babea9" providerId="LiveId" clId="{3FE42C3D-F15E-4215-A35A-719F372E2D06}" dt="2026-06-18T13:27:27.424" v="328" actId="14100"/>
          <ac:picMkLst>
            <pc:docMk/>
            <pc:sldMk cId="3656974571" sldId="269"/>
            <ac:picMk id="3" creationId="{246EB91E-F4D7-0F0C-9A3B-826291E43779}"/>
          </ac:picMkLst>
        </pc:picChg>
      </pc:sldChg>
      <pc:sldChg chg="addSp delSp modSp new mod ord">
        <pc:chgData name="niranjan singh" userId="604cc15c72babea9" providerId="LiveId" clId="{3FE42C3D-F15E-4215-A35A-719F372E2D06}" dt="2026-06-18T13:30:14.282" v="346" actId="20577"/>
        <pc:sldMkLst>
          <pc:docMk/>
          <pc:sldMk cId="2605623484" sldId="270"/>
        </pc:sldMkLst>
        <pc:spChg chg="add mod">
          <ac:chgData name="niranjan singh" userId="604cc15c72babea9" providerId="LiveId" clId="{3FE42C3D-F15E-4215-A35A-719F372E2D06}" dt="2026-06-18T13:30:14.282" v="346" actId="20577"/>
          <ac:spMkLst>
            <pc:docMk/>
            <pc:sldMk cId="2605623484" sldId="270"/>
            <ac:spMk id="7" creationId="{E6F7BEEA-4DE6-3325-C45A-1987DEA66C02}"/>
          </ac:spMkLst>
        </pc:spChg>
        <pc:picChg chg="add del mod">
          <ac:chgData name="niranjan singh" userId="604cc15c72babea9" providerId="LiveId" clId="{3FE42C3D-F15E-4215-A35A-719F372E2D06}" dt="2026-06-18T13:26:31.406" v="319" actId="21"/>
          <ac:picMkLst>
            <pc:docMk/>
            <pc:sldMk cId="2605623484" sldId="270"/>
            <ac:picMk id="3" creationId="{F730ED22-AED7-3480-D00F-BF3C06628FC8}"/>
          </ac:picMkLst>
        </pc:picChg>
        <pc:picChg chg="add mod">
          <ac:chgData name="niranjan singh" userId="604cc15c72babea9" providerId="LiveId" clId="{3FE42C3D-F15E-4215-A35A-719F372E2D06}" dt="2026-06-18T13:26:56.892" v="324" actId="14100"/>
          <ac:picMkLst>
            <pc:docMk/>
            <pc:sldMk cId="2605623484" sldId="270"/>
            <ac:picMk id="5" creationId="{C3F9261E-00AA-8786-F28E-903E5AFA7E74}"/>
          </ac:picMkLst>
        </pc:picChg>
      </pc:sldChg>
      <pc:sldChg chg="new del">
        <pc:chgData name="niranjan singh" userId="604cc15c72babea9" providerId="LiveId" clId="{3FE42C3D-F15E-4215-A35A-719F372E2D06}" dt="2026-06-18T13:37:39.234" v="383" actId="2696"/>
        <pc:sldMkLst>
          <pc:docMk/>
          <pc:sldMk cId="2862326688" sldId="271"/>
        </pc:sldMkLst>
      </pc:sldChg>
      <pc:sldChg chg="addSp modSp new mod">
        <pc:chgData name="niranjan singh" userId="604cc15c72babea9" providerId="LiveId" clId="{3FE42C3D-F15E-4215-A35A-719F372E2D06}" dt="2026-06-18T13:39:09.163" v="396" actId="20577"/>
        <pc:sldMkLst>
          <pc:docMk/>
          <pc:sldMk cId="3168271613" sldId="271"/>
        </pc:sldMkLst>
        <pc:spChg chg="add mod">
          <ac:chgData name="niranjan singh" userId="604cc15c72babea9" providerId="LiveId" clId="{3FE42C3D-F15E-4215-A35A-719F372E2D06}" dt="2026-06-18T13:39:09.163" v="396" actId="20577"/>
          <ac:spMkLst>
            <pc:docMk/>
            <pc:sldMk cId="3168271613" sldId="271"/>
            <ac:spMk id="5" creationId="{4474E6BF-6427-245D-83B3-4ED33D503B53}"/>
          </ac:spMkLst>
        </pc:spChg>
        <pc:picChg chg="add mod">
          <ac:chgData name="niranjan singh" userId="604cc15c72babea9" providerId="LiveId" clId="{3FE42C3D-F15E-4215-A35A-719F372E2D06}" dt="2026-06-18T13:38:23.168" v="388" actId="14100"/>
          <ac:picMkLst>
            <pc:docMk/>
            <pc:sldMk cId="3168271613" sldId="271"/>
            <ac:picMk id="3" creationId="{25AB2EA0-6A03-8F1E-25B8-FCC546D70894}"/>
          </ac:picMkLst>
        </pc:picChg>
      </pc:sldChg>
      <pc:sldChg chg="addSp modSp new mod">
        <pc:chgData name="niranjan singh" userId="604cc15c72babea9" providerId="LiveId" clId="{3FE42C3D-F15E-4215-A35A-719F372E2D06}" dt="2026-06-18T13:46:48.022" v="431" actId="20577"/>
        <pc:sldMkLst>
          <pc:docMk/>
          <pc:sldMk cId="152659319" sldId="272"/>
        </pc:sldMkLst>
        <pc:spChg chg="add mod">
          <ac:chgData name="niranjan singh" userId="604cc15c72babea9" providerId="LiveId" clId="{3FE42C3D-F15E-4215-A35A-719F372E2D06}" dt="2026-06-18T13:46:48.022" v="431" actId="20577"/>
          <ac:spMkLst>
            <pc:docMk/>
            <pc:sldMk cId="152659319" sldId="272"/>
            <ac:spMk id="7" creationId="{96A1A899-1559-3CC9-A52C-167A9EED6E59}"/>
          </ac:spMkLst>
        </pc:spChg>
        <pc:picChg chg="add mod">
          <ac:chgData name="niranjan singh" userId="604cc15c72babea9" providerId="LiveId" clId="{3FE42C3D-F15E-4215-A35A-719F372E2D06}" dt="2026-06-18T13:46:03.463" v="425" actId="1076"/>
          <ac:picMkLst>
            <pc:docMk/>
            <pc:sldMk cId="152659319" sldId="272"/>
            <ac:picMk id="3" creationId="{270CE489-06CC-9895-482E-430E59561A99}"/>
          </ac:picMkLst>
        </pc:picChg>
        <pc:picChg chg="add mod">
          <ac:chgData name="niranjan singh" userId="604cc15c72babea9" providerId="LiveId" clId="{3FE42C3D-F15E-4215-A35A-719F372E2D06}" dt="2026-06-18T13:44:48.937" v="420" actId="14100"/>
          <ac:picMkLst>
            <pc:docMk/>
            <pc:sldMk cId="152659319" sldId="272"/>
            <ac:picMk id="5" creationId="{9049D36A-9857-C088-3AC4-756262337530}"/>
          </ac:picMkLst>
        </pc:picChg>
      </pc:sldChg>
      <pc:sldChg chg="addSp delSp modSp new mod">
        <pc:chgData name="niranjan singh" userId="604cc15c72babea9" providerId="LiveId" clId="{3FE42C3D-F15E-4215-A35A-719F372E2D06}" dt="2026-06-18T14:35:38.304" v="462" actId="20577"/>
        <pc:sldMkLst>
          <pc:docMk/>
          <pc:sldMk cId="1740794723" sldId="273"/>
        </pc:sldMkLst>
        <pc:spChg chg="add mod">
          <ac:chgData name="niranjan singh" userId="604cc15c72babea9" providerId="LiveId" clId="{3FE42C3D-F15E-4215-A35A-719F372E2D06}" dt="2026-06-18T14:35:38.304" v="462" actId="20577"/>
          <ac:spMkLst>
            <pc:docMk/>
            <pc:sldMk cId="1740794723" sldId="273"/>
            <ac:spMk id="6" creationId="{865FA84F-9E00-B08F-0082-43207E9BDC01}"/>
          </ac:spMkLst>
        </pc:spChg>
        <pc:graphicFrameChg chg="add del mod">
          <ac:chgData name="niranjan singh" userId="604cc15c72babea9" providerId="LiveId" clId="{3FE42C3D-F15E-4215-A35A-719F372E2D06}" dt="2026-06-18T14:34:39.086" v="448" actId="21"/>
          <ac:graphicFrameMkLst>
            <pc:docMk/>
            <pc:sldMk cId="1740794723" sldId="273"/>
            <ac:graphicFrameMk id="4" creationId="{98E3F0BF-AD24-D392-F187-071B8BB8E63F}"/>
          </ac:graphicFrameMkLst>
        </pc:graphicFrameChg>
        <pc:picChg chg="add mod">
          <ac:chgData name="niranjan singh" userId="604cc15c72babea9" providerId="LiveId" clId="{3FE42C3D-F15E-4215-A35A-719F372E2D06}" dt="2026-06-18T14:34:44.805" v="449" actId="14100"/>
          <ac:picMkLst>
            <pc:docMk/>
            <pc:sldMk cId="1740794723" sldId="273"/>
            <ac:picMk id="3" creationId="{CDD555B3-C2F4-8C91-1EA2-BE591ABC6CD6}"/>
          </ac:picMkLst>
        </pc:picChg>
      </pc:sldChg>
      <pc:sldChg chg="addSp modSp new mod">
        <pc:chgData name="niranjan singh" userId="604cc15c72babea9" providerId="LiveId" clId="{3FE42C3D-F15E-4215-A35A-719F372E2D06}" dt="2026-06-18T14:41:02.389" v="486" actId="1076"/>
        <pc:sldMkLst>
          <pc:docMk/>
          <pc:sldMk cId="3744243706" sldId="274"/>
        </pc:sldMkLst>
        <pc:spChg chg="add mod">
          <ac:chgData name="niranjan singh" userId="604cc15c72babea9" providerId="LiveId" clId="{3FE42C3D-F15E-4215-A35A-719F372E2D06}" dt="2026-06-18T14:41:02.389" v="486" actId="1076"/>
          <ac:spMkLst>
            <pc:docMk/>
            <pc:sldMk cId="3744243706" sldId="274"/>
            <ac:spMk id="6" creationId="{D7595EC3-122B-26BC-F093-032A4A531D5B}"/>
          </ac:spMkLst>
        </pc:spChg>
        <pc:picChg chg="add mod">
          <ac:chgData name="niranjan singh" userId="604cc15c72babea9" providerId="LiveId" clId="{3FE42C3D-F15E-4215-A35A-719F372E2D06}" dt="2026-06-18T14:39:01.574" v="477" actId="14100"/>
          <ac:picMkLst>
            <pc:docMk/>
            <pc:sldMk cId="3744243706" sldId="274"/>
            <ac:picMk id="3" creationId="{38BE2F0D-330A-1F82-D0F7-CB8D236D3515}"/>
          </ac:picMkLst>
        </pc:picChg>
        <pc:picChg chg="add mod">
          <ac:chgData name="niranjan singh" userId="604cc15c72babea9" providerId="LiveId" clId="{3FE42C3D-F15E-4215-A35A-719F372E2D06}" dt="2026-06-18T14:40:56.202" v="485" actId="1076"/>
          <ac:picMkLst>
            <pc:docMk/>
            <pc:sldMk cId="3744243706" sldId="274"/>
            <ac:picMk id="4" creationId="{804586E4-DA41-87D3-0698-AF21DA38ECA2}"/>
          </ac:picMkLst>
        </pc:picChg>
      </pc:sldChg>
      <pc:sldChg chg="addSp modSp new mod">
        <pc:chgData name="niranjan singh" userId="604cc15c72babea9" providerId="LiveId" clId="{3FE42C3D-F15E-4215-A35A-719F372E2D06}" dt="2026-06-18T14:47:24.340" v="508" actId="20577"/>
        <pc:sldMkLst>
          <pc:docMk/>
          <pc:sldMk cId="2560421185" sldId="275"/>
        </pc:sldMkLst>
        <pc:spChg chg="add mod">
          <ac:chgData name="niranjan singh" userId="604cc15c72babea9" providerId="LiveId" clId="{3FE42C3D-F15E-4215-A35A-719F372E2D06}" dt="2026-06-18T14:47:24.340" v="508" actId="20577"/>
          <ac:spMkLst>
            <pc:docMk/>
            <pc:sldMk cId="2560421185" sldId="275"/>
            <ac:spMk id="5" creationId="{0D5F6DE5-35B3-1F2F-5D6C-051EF51811D9}"/>
          </ac:spMkLst>
        </pc:spChg>
        <pc:picChg chg="add mod">
          <ac:chgData name="niranjan singh" userId="604cc15c72babea9" providerId="LiveId" clId="{3FE42C3D-F15E-4215-A35A-719F372E2D06}" dt="2026-06-18T14:46:35.574" v="500" actId="14100"/>
          <ac:picMkLst>
            <pc:docMk/>
            <pc:sldMk cId="2560421185" sldId="275"/>
            <ac:picMk id="3" creationId="{3DA1CAF6-A566-234B-CF53-3EE4CAB360B8}"/>
          </ac:picMkLst>
        </pc:picChg>
      </pc:sldChg>
      <pc:sldChg chg="new del ord">
        <pc:chgData name="niranjan singh" userId="604cc15c72babea9" providerId="LiveId" clId="{3FE42C3D-F15E-4215-A35A-719F372E2D06}" dt="2026-06-18T14:47:33.670" v="511" actId="2696"/>
        <pc:sldMkLst>
          <pc:docMk/>
          <pc:sldMk cId="582999468" sldId="276"/>
        </pc:sldMkLst>
      </pc:sldChg>
      <pc:sldChg chg="addSp modSp new mod">
        <pc:chgData name="niranjan singh" userId="604cc15c72babea9" providerId="LiveId" clId="{3FE42C3D-F15E-4215-A35A-719F372E2D06}" dt="2026-06-18T14:52:08.466" v="536" actId="20577"/>
        <pc:sldMkLst>
          <pc:docMk/>
          <pc:sldMk cId="1926044345" sldId="276"/>
        </pc:sldMkLst>
        <pc:spChg chg="add mod">
          <ac:chgData name="niranjan singh" userId="604cc15c72babea9" providerId="LiveId" clId="{3FE42C3D-F15E-4215-A35A-719F372E2D06}" dt="2026-06-18T14:52:08.466" v="536" actId="20577"/>
          <ac:spMkLst>
            <pc:docMk/>
            <pc:sldMk cId="1926044345" sldId="276"/>
            <ac:spMk id="7" creationId="{BF2BE950-6796-6E50-3B7A-E1635C99F016}"/>
          </ac:spMkLst>
        </pc:spChg>
        <pc:picChg chg="add mod">
          <ac:chgData name="niranjan singh" userId="604cc15c72babea9" providerId="LiveId" clId="{3FE42C3D-F15E-4215-A35A-719F372E2D06}" dt="2026-06-18T14:50:37.684" v="521" actId="14100"/>
          <ac:picMkLst>
            <pc:docMk/>
            <pc:sldMk cId="1926044345" sldId="276"/>
            <ac:picMk id="3" creationId="{C3A6A5A9-A6B5-A460-7B65-DD87358CDA4E}"/>
          </ac:picMkLst>
        </pc:picChg>
        <pc:picChg chg="add mod">
          <ac:chgData name="niranjan singh" userId="604cc15c72babea9" providerId="LiveId" clId="{3FE42C3D-F15E-4215-A35A-719F372E2D06}" dt="2026-06-18T14:51:14.148" v="527" actId="14100"/>
          <ac:picMkLst>
            <pc:docMk/>
            <pc:sldMk cId="1926044345" sldId="276"/>
            <ac:picMk id="5" creationId="{568A3B18-3FB2-0EC3-06E8-A9C74F7D822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24956"/>
            <a:ext cx="10363200" cy="4520412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819692"/>
            <a:ext cx="9144000" cy="313483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E81B-3020-4DC6-9022-172D6244367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C303-50FF-4D56-BD91-263BE13B5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97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E81B-3020-4DC6-9022-172D6244367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C303-50FF-4D56-BD91-263BE13B5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3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237028"/>
            <a:ext cx="10515600" cy="5401050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8689174"/>
            <a:ext cx="10515600" cy="284028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E81B-3020-4DC6-9022-172D6244367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C303-50FF-4D56-BD91-263BE13B5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1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456432"/>
            <a:ext cx="5181600" cy="82383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456432"/>
            <a:ext cx="5181600" cy="82383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E81B-3020-4DC6-9022-172D6244367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C303-50FF-4D56-BD91-263BE13B5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49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91289"/>
            <a:ext cx="10515600" cy="25096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182924"/>
            <a:ext cx="5157787" cy="155990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742826"/>
            <a:ext cx="5157787" cy="6975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182924"/>
            <a:ext cx="5183188" cy="155990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742826"/>
            <a:ext cx="5183188" cy="6975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E81B-3020-4DC6-9022-172D6244367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C303-50FF-4D56-BD91-263BE13B5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29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E81B-3020-4DC6-9022-172D6244367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C303-50FF-4D56-BD91-263BE13B5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15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E81B-3020-4DC6-9022-172D6244367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C303-50FF-4D56-BD91-263BE13B5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15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5611"/>
            <a:ext cx="3932237" cy="3029638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869482"/>
            <a:ext cx="6172200" cy="922717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895249"/>
            <a:ext cx="3932237" cy="7216430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E81B-3020-4DC6-9022-172D6244367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C303-50FF-4D56-BD91-263BE13B5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19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5611"/>
            <a:ext cx="3932237" cy="3029638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869482"/>
            <a:ext cx="6172200" cy="9227171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895249"/>
            <a:ext cx="3932237" cy="7216430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E81B-3020-4DC6-9022-172D6244367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C303-50FF-4D56-BD91-263BE13B5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0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E81B-3020-4DC6-9022-172D6244367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C303-50FF-4D56-BD91-263BE13B5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67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91286"/>
            <a:ext cx="2628900" cy="110034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91286"/>
            <a:ext cx="7734300" cy="110034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E81B-3020-4DC6-9022-172D6244367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C303-50FF-4D56-BD91-263BE13B5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7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91289"/>
            <a:ext cx="10515600" cy="25096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456432"/>
            <a:ext cx="10515600" cy="8238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2034399"/>
            <a:ext cx="2743200" cy="6912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AE81B-3020-4DC6-9022-172D6244367E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2034399"/>
            <a:ext cx="4114800" cy="6912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2034399"/>
            <a:ext cx="2743200" cy="6912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BDC303-50FF-4D56-BD91-263BE13B5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25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068B4C-358D-6A51-941F-4A3A69EFCE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96" y="4168676"/>
            <a:ext cx="4206605" cy="560277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58EE34-C01C-0CD9-4911-0D4C64400AA0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862597883"/>
              </p:ext>
            </p:extLst>
          </p:nvPr>
        </p:nvGraphicFramePr>
        <p:xfrm>
          <a:off x="4813068" y="3162834"/>
          <a:ext cx="6540732" cy="9246670"/>
        </p:xfrm>
        <a:graphic>
          <a:graphicData uri="http://schemas.openxmlformats.org/drawingml/2006/table">
            <a:tbl>
              <a:tblPr/>
              <a:tblGrid>
                <a:gridCol w="1635183">
                  <a:extLst>
                    <a:ext uri="{9D8B030D-6E8A-4147-A177-3AD203B41FA5}">
                      <a16:colId xmlns:a16="http://schemas.microsoft.com/office/drawing/2014/main" val="2792079401"/>
                    </a:ext>
                  </a:extLst>
                </a:gridCol>
                <a:gridCol w="1635183">
                  <a:extLst>
                    <a:ext uri="{9D8B030D-6E8A-4147-A177-3AD203B41FA5}">
                      <a16:colId xmlns:a16="http://schemas.microsoft.com/office/drawing/2014/main" val="883084735"/>
                    </a:ext>
                  </a:extLst>
                </a:gridCol>
                <a:gridCol w="1635183">
                  <a:extLst>
                    <a:ext uri="{9D8B030D-6E8A-4147-A177-3AD203B41FA5}">
                      <a16:colId xmlns:a16="http://schemas.microsoft.com/office/drawing/2014/main" val="3419342182"/>
                    </a:ext>
                  </a:extLst>
                </a:gridCol>
                <a:gridCol w="1635183">
                  <a:extLst>
                    <a:ext uri="{9D8B030D-6E8A-4147-A177-3AD203B41FA5}">
                      <a16:colId xmlns:a16="http://schemas.microsoft.com/office/drawing/2014/main" val="11769567"/>
                    </a:ext>
                  </a:extLst>
                </a:gridCol>
              </a:tblGrid>
              <a:tr h="468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Line No.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Correction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430331"/>
                  </a:ext>
                </a:extLst>
              </a:tr>
              <a:tr h="819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Syntax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Missing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;</a:t>
                      </a:r>
                      <a:r>
                        <a:rPr lang="en-US"/>
                        <a:t> after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int x = 10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int x = 10;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836674"/>
                  </a:ext>
                </a:extLst>
              </a:tr>
              <a:tr h="1171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if(x = 10)</a:t>
                      </a:r>
                      <a:r>
                        <a:rPr lang="en-US"/>
                        <a:t> uses assignment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if(x == 10)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789736"/>
                  </a:ext>
                </a:extLst>
              </a:tr>
              <a:tr h="819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Semantic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String assigned to 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int marks = 90;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405928"/>
                  </a:ext>
                </a:extLst>
              </a:tr>
              <a:tr h="468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Semantic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z</a:t>
                      </a:r>
                      <a:r>
                        <a:rPr lang="en-US"/>
                        <a:t> not declared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Declare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z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004409"/>
                  </a:ext>
                </a:extLst>
              </a:tr>
              <a:tr h="819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Syntax/Semantic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100 = x</a:t>
                      </a:r>
                      <a:r>
                        <a:rPr lang="en-US"/>
                        <a:t> invalid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x = 100;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740305"/>
                  </a:ext>
                </a:extLst>
              </a:tr>
              <a:tr h="819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arr[10]</a:t>
                      </a:r>
                      <a:r>
                        <a:rPr lang="en-US"/>
                        <a:t> out of bounds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index 0–4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405866"/>
                  </a:ext>
                </a:extLst>
              </a:tr>
              <a:tr h="819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Semantic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Wrong pointer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int *ptr = &amp;x;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072218"/>
                  </a:ext>
                </a:extLst>
              </a:tr>
              <a:tr h="468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%f</a:t>
                      </a:r>
                      <a:r>
                        <a:rPr lang="en-US"/>
                        <a:t> used for 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%d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59920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D45CFF9-2D1F-06F6-CDE6-8E984A9B2D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3806" y="3291679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EB3EC6-4B03-EDCD-7BA4-44CB7E57EA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13806" y="3661011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error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84F17-7219-7A2C-7FDE-309B1AC0F33B}"/>
              </a:ext>
            </a:extLst>
          </p:cNvPr>
          <p:cNvSpPr txBox="1"/>
          <p:nvPr/>
        </p:nvSpPr>
        <p:spPr>
          <a:xfrm>
            <a:off x="5035434" y="9126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Assignment 4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81E5B3-C52F-4614-FEC6-3C2C76E21997}"/>
              </a:ext>
            </a:extLst>
          </p:cNvPr>
          <p:cNvSpPr txBox="1"/>
          <p:nvPr/>
        </p:nvSpPr>
        <p:spPr>
          <a:xfrm>
            <a:off x="5035434" y="18530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Error </a:t>
            </a:r>
            <a:r>
              <a:rPr lang="en-US" dirty="0" err="1">
                <a:effectLst/>
              </a:rPr>
              <a:t>Analaysis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828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C4672F-6DFE-1BAB-04E7-4B1D4D0997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50" y="4464190"/>
            <a:ext cx="3170195" cy="529063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02D238-AFD5-444F-AF93-7A59B3A66026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954217611"/>
              </p:ext>
            </p:extLst>
          </p:nvPr>
        </p:nvGraphicFramePr>
        <p:xfrm>
          <a:off x="4183687" y="3545177"/>
          <a:ext cx="7492316" cy="5893811"/>
        </p:xfrm>
        <a:graphic>
          <a:graphicData uri="http://schemas.openxmlformats.org/drawingml/2006/table">
            <a:tbl>
              <a:tblPr/>
              <a:tblGrid>
                <a:gridCol w="1873079">
                  <a:extLst>
                    <a:ext uri="{9D8B030D-6E8A-4147-A177-3AD203B41FA5}">
                      <a16:colId xmlns:a16="http://schemas.microsoft.com/office/drawing/2014/main" val="2967746737"/>
                    </a:ext>
                  </a:extLst>
                </a:gridCol>
                <a:gridCol w="1873079">
                  <a:extLst>
                    <a:ext uri="{9D8B030D-6E8A-4147-A177-3AD203B41FA5}">
                      <a16:colId xmlns:a16="http://schemas.microsoft.com/office/drawing/2014/main" val="2653048225"/>
                    </a:ext>
                  </a:extLst>
                </a:gridCol>
                <a:gridCol w="1873079">
                  <a:extLst>
                    <a:ext uri="{9D8B030D-6E8A-4147-A177-3AD203B41FA5}">
                      <a16:colId xmlns:a16="http://schemas.microsoft.com/office/drawing/2014/main" val="3892970334"/>
                    </a:ext>
                  </a:extLst>
                </a:gridCol>
                <a:gridCol w="1873079">
                  <a:extLst>
                    <a:ext uri="{9D8B030D-6E8A-4147-A177-3AD203B41FA5}">
                      <a16:colId xmlns:a16="http://schemas.microsoft.com/office/drawing/2014/main" val="3037002718"/>
                    </a:ext>
                  </a:extLst>
                </a:gridCol>
              </a:tblGrid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Line No.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Type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Error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Correction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456809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35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Runtime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Division by zero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Ensure </a:t>
                      </a:r>
                      <a:r>
                        <a:rPr lang="en-US" sz="1700">
                          <a:latin typeface="Courier New" panose="02070309020205020404" pitchFamily="49" charset="0"/>
                        </a:rPr>
                        <a:t>b != 0</a:t>
                      </a:r>
                      <a:endParaRPr lang="en-US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444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37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Semantic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'AB'</a:t>
                      </a:r>
                      <a:r>
                        <a:rPr lang="en-US" sz="1700"/>
                        <a:t> assigned to char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'A'</a:t>
                      </a:r>
                      <a:endParaRPr lang="en-US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162457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42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Logical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Same output in both branches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Change else message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886619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44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Logical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sqrt()</a:t>
                      </a:r>
                      <a:r>
                        <a:rPr lang="en-US" sz="1700"/>
                        <a:t> result ignored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Store/print result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888156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46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Semantic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show()</a:t>
                      </a:r>
                      <a:r>
                        <a:rPr lang="en-US" sz="1700"/>
                        <a:t> undefined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Define function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252978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48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Logical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Extra </a:t>
                      </a:r>
                      <a:r>
                        <a:rPr lang="en-US" sz="1700">
                          <a:latin typeface="Courier New" panose="02070309020205020404" pitchFamily="49" charset="0"/>
                        </a:rPr>
                        <a:t>;</a:t>
                      </a:r>
                      <a:r>
                        <a:rPr lang="en-US" sz="1700"/>
                        <a:t> after while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Remove </a:t>
                      </a:r>
                      <a:r>
                        <a:rPr lang="en-US" sz="1700">
                          <a:latin typeface="Courier New" panose="02070309020205020404" pitchFamily="49" charset="0"/>
                        </a:rPr>
                        <a:t>;</a:t>
                      </a:r>
                      <a:endParaRPr lang="en-US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411812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55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Syntax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continue</a:t>
                      </a:r>
                      <a:r>
                        <a:rPr lang="en-US" sz="1700"/>
                        <a:t> outside loop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Put inside loop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267268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57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Syntax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break</a:t>
                      </a:r>
                      <a:r>
                        <a:rPr lang="en-US" sz="1700"/>
                        <a:t> outside loop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Put inside loop/switch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647967"/>
                  </a:ext>
                </a:extLst>
              </a:tr>
              <a:tr h="348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59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Semantic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One argument passed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calculate(10,20)</a:t>
                      </a:r>
                      <a:endParaRPr lang="en-US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334946"/>
                  </a:ext>
                </a:extLst>
              </a:tr>
              <a:tr h="609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69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Semantic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Function requires 2 parameters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Match function call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4909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F1044B2-B16F-395E-8FC0-E1CDD50B8769}"/>
              </a:ext>
            </a:extLst>
          </p:cNvPr>
          <p:cNvSpPr txBox="1"/>
          <p:nvPr/>
        </p:nvSpPr>
        <p:spPr>
          <a:xfrm>
            <a:off x="515997" y="3233492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1E6B8B-0311-5E4A-8415-62B32EAC2506}"/>
              </a:ext>
            </a:extLst>
          </p:cNvPr>
          <p:cNvSpPr txBox="1"/>
          <p:nvPr/>
        </p:nvSpPr>
        <p:spPr>
          <a:xfrm>
            <a:off x="446809" y="3602824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error analysis</a:t>
            </a:r>
          </a:p>
        </p:txBody>
      </p:sp>
    </p:spTree>
    <p:extLst>
      <p:ext uri="{BB962C8B-B14F-4D97-AF65-F5344CB8AC3E}">
        <p14:creationId xmlns:p14="http://schemas.microsoft.com/office/powerpoint/2010/main" val="3167262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0A3D1A-CAAF-30BE-0EAC-C03D8888282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92" y="1146208"/>
            <a:ext cx="4381880" cy="112654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08A6DC-96C7-9B19-4C9E-32CE92B6EF3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225" y="1146207"/>
            <a:ext cx="4054191" cy="112654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E9C2B1B-2A6F-AED5-05FA-E892B299FF8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415" y="1146208"/>
            <a:ext cx="3528366" cy="1126540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0C0AC1F-AD11-3445-9475-8C8A35C03E8D}"/>
              </a:ext>
            </a:extLst>
          </p:cNvPr>
          <p:cNvSpPr txBox="1"/>
          <p:nvPr/>
        </p:nvSpPr>
        <p:spPr>
          <a:xfrm>
            <a:off x="351092" y="5725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2</a:t>
            </a:r>
          </a:p>
        </p:txBody>
      </p:sp>
    </p:spTree>
    <p:extLst>
      <p:ext uri="{BB962C8B-B14F-4D97-AF65-F5344CB8AC3E}">
        <p14:creationId xmlns:p14="http://schemas.microsoft.com/office/powerpoint/2010/main" val="3005188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1259EC-DA56-1FA4-11DA-B3FB3BDCB9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32" y="1138151"/>
            <a:ext cx="2865368" cy="63722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5A5C36-BAB4-C8F3-A470-D94527B17627}"/>
              </a:ext>
            </a:extLst>
          </p:cNvPr>
          <p:cNvSpPr txBox="1"/>
          <p:nvPr/>
        </p:nvSpPr>
        <p:spPr>
          <a:xfrm>
            <a:off x="609600" y="5653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118589-3E54-7E5A-593E-CD458350E28D}"/>
              </a:ext>
            </a:extLst>
          </p:cNvPr>
          <p:cNvSpPr txBox="1"/>
          <p:nvPr/>
        </p:nvSpPr>
        <p:spPr>
          <a:xfrm>
            <a:off x="5071872" y="5653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error analysis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B879568-F726-0EA0-50B0-79B90461291E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951185853"/>
              </p:ext>
            </p:extLst>
          </p:nvPr>
        </p:nvGraphicFramePr>
        <p:xfrm>
          <a:off x="3669792" y="1396679"/>
          <a:ext cx="8339328" cy="11085465"/>
        </p:xfrm>
        <a:graphic>
          <a:graphicData uri="http://schemas.openxmlformats.org/drawingml/2006/table">
            <a:tbl>
              <a:tblPr/>
              <a:tblGrid>
                <a:gridCol w="2084832">
                  <a:extLst>
                    <a:ext uri="{9D8B030D-6E8A-4147-A177-3AD203B41FA5}">
                      <a16:colId xmlns:a16="http://schemas.microsoft.com/office/drawing/2014/main" val="3146417190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614985435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30350967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1768226113"/>
                    </a:ext>
                  </a:extLst>
                </a:gridCol>
              </a:tblGrid>
              <a:tr h="292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Line No.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Error Type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Error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Correction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753323"/>
                  </a:ext>
                </a:extLst>
              </a:tr>
              <a:tr h="762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8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Syntax Error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Missing semicolon after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int num2 = 20</a:t>
                      </a:r>
                      <a:endParaRPr lang="en-US" sz="160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int num2 = 20;</a:t>
                      </a:r>
                      <a:endParaRPr lang="en-US" sz="160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694110"/>
                  </a:ext>
                </a:extLst>
              </a:tr>
              <a:tr h="996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19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Syntax Error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Missing closing parenthesis in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if(choice == 1</a:t>
                      </a:r>
                      <a:endParaRPr lang="en-US" sz="160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if(choice == 1)</a:t>
                      </a:r>
                      <a:endParaRPr lang="en-US" sz="160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113810"/>
                  </a:ext>
                </a:extLst>
              </a:tr>
              <a:tr h="1231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30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Syntax Error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Extra closing parenthesis in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else if(choice == 3))</a:t>
                      </a:r>
                      <a:endParaRPr lang="en-US" sz="1600" dirty="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else if(choice == 3)</a:t>
                      </a:r>
                      <a:endParaRPr lang="en-US" sz="160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850336"/>
                  </a:ext>
                </a:extLst>
              </a:tr>
              <a:tr h="996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43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Syntax Error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Missing closing parenthesis in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for(int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=0;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&lt;5;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++</a:t>
                      </a:r>
                      <a:endParaRPr lang="en-US" sz="1600" dirty="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for(int i=0; i&lt;5; i++)</a:t>
                      </a:r>
                      <a:endParaRPr lang="en-US" sz="160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156138"/>
                  </a:ext>
                </a:extLst>
              </a:tr>
              <a:tr h="996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50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Syntax Error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Missing closing parenthesis in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while(choice &gt; 0</a:t>
                      </a:r>
                      <a:endParaRPr lang="en-US" sz="1600" dirty="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while(choice &gt; 0)</a:t>
                      </a:r>
                      <a:endParaRPr lang="en-US" sz="1600" dirty="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495660"/>
                  </a:ext>
                </a:extLst>
              </a:tr>
              <a:tr h="1231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58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Syntax Error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Missing semicolon after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while(choice &gt; 5)</a:t>
                      </a:r>
                      <a:r>
                        <a:rPr lang="en-US" sz="1600" dirty="0"/>
                        <a:t> in do-while loop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while(choice &gt; 5);</a:t>
                      </a:r>
                      <a:endParaRPr lang="en-US" sz="1600" dirty="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349937"/>
                  </a:ext>
                </a:extLst>
              </a:tr>
              <a:tr h="527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66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Syntax Error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Missing colon after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case 2</a:t>
                      </a:r>
                      <a:endParaRPr lang="en-US" sz="160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case 2:</a:t>
                      </a:r>
                      <a:endParaRPr lang="en-US" sz="1600" dirty="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805682"/>
                  </a:ext>
                </a:extLst>
              </a:tr>
              <a:tr h="762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90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Syntax Error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Missing closing quote in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char grade = 'A;</a:t>
                      </a:r>
                      <a:endParaRPr lang="en-US" sz="160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char grade = 'A';</a:t>
                      </a:r>
                      <a:endParaRPr lang="en-US" sz="1600" dirty="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213347"/>
                  </a:ext>
                </a:extLst>
              </a:tr>
              <a:tr h="996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94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Syntax Error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Missing closing bracket in array declaration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int arr[5;</a:t>
                      </a:r>
                      <a:endParaRPr lang="en-US" sz="160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int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arr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[5];</a:t>
                      </a:r>
                      <a:endParaRPr lang="en-US" sz="1600" dirty="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997333"/>
                  </a:ext>
                </a:extLst>
              </a:tr>
              <a:tr h="12314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117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Syntax Error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Missing semicolon after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printf("End of Program\n")</a:t>
                      </a:r>
                      <a:endParaRPr lang="en-US" sz="160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printf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("End of Program\n");</a:t>
                      </a:r>
                      <a:endParaRPr lang="en-US" sz="1600" dirty="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045585"/>
                  </a:ext>
                </a:extLst>
              </a:tr>
              <a:tr h="996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120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Syntax Error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Missing closing brace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}</a:t>
                      </a:r>
                      <a:r>
                        <a:rPr lang="en-US" sz="1600"/>
                        <a:t> for the block opened near line 106</a:t>
                      </a:r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Add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}</a:t>
                      </a:r>
                      <a:r>
                        <a:rPr lang="en-US" sz="1600" dirty="0"/>
                        <a:t> before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return 0;</a:t>
                      </a:r>
                      <a:endParaRPr lang="en-US" sz="1600" dirty="0"/>
                    </a:p>
                  </a:txBody>
                  <a:tcPr marL="41351" marR="41351" marT="20675" marB="20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231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0356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24C03E-A8A3-9900-953C-20DE18F59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74" y="1158911"/>
            <a:ext cx="10792565" cy="108850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893563-F63A-5FE3-B88E-153D56040672}"/>
              </a:ext>
            </a:extLst>
          </p:cNvPr>
          <p:cNvSpPr txBox="1"/>
          <p:nvPr/>
        </p:nvSpPr>
        <p:spPr>
          <a:xfrm>
            <a:off x="728874" y="416225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3</a:t>
            </a:r>
          </a:p>
        </p:txBody>
      </p:sp>
    </p:spTree>
    <p:extLst>
      <p:ext uri="{BB962C8B-B14F-4D97-AF65-F5344CB8AC3E}">
        <p14:creationId xmlns:p14="http://schemas.microsoft.com/office/powerpoint/2010/main" val="4127897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F9261E-00AA-8786-F28E-903E5AFA7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8" y="927043"/>
            <a:ext cx="10776857" cy="116524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F7BEEA-4DE6-3325-C45A-1987DEA66C02}"/>
              </a:ext>
            </a:extLst>
          </p:cNvPr>
          <p:cNvSpPr txBox="1"/>
          <p:nvPr/>
        </p:nvSpPr>
        <p:spPr>
          <a:xfrm>
            <a:off x="734787" y="443662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3</a:t>
            </a:r>
          </a:p>
        </p:txBody>
      </p:sp>
    </p:spTree>
    <p:extLst>
      <p:ext uri="{BB962C8B-B14F-4D97-AF65-F5344CB8AC3E}">
        <p14:creationId xmlns:p14="http://schemas.microsoft.com/office/powerpoint/2010/main" val="2605623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6EB91E-F4D7-0F0C-9A3B-826291E43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992778"/>
            <a:ext cx="9327223" cy="118218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2C867C-B715-0AAA-6850-9AAB3624C5E8}"/>
              </a:ext>
            </a:extLst>
          </p:cNvPr>
          <p:cNvSpPr txBox="1"/>
          <p:nvPr/>
        </p:nvSpPr>
        <p:spPr>
          <a:xfrm>
            <a:off x="731520" y="416225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3</a:t>
            </a:r>
          </a:p>
        </p:txBody>
      </p:sp>
    </p:spTree>
    <p:extLst>
      <p:ext uri="{BB962C8B-B14F-4D97-AF65-F5344CB8AC3E}">
        <p14:creationId xmlns:p14="http://schemas.microsoft.com/office/powerpoint/2010/main" val="3656974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A28618-7522-6A5A-9506-9F8B950A7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856" y="953589"/>
            <a:ext cx="9202057" cy="118088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A9BEB7-DE81-BEE1-89BF-59F1EB86498B}"/>
              </a:ext>
            </a:extLst>
          </p:cNvPr>
          <p:cNvSpPr txBox="1"/>
          <p:nvPr/>
        </p:nvSpPr>
        <p:spPr>
          <a:xfrm>
            <a:off x="1126672" y="584257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4</a:t>
            </a:r>
          </a:p>
        </p:txBody>
      </p:sp>
    </p:spTree>
    <p:extLst>
      <p:ext uri="{BB962C8B-B14F-4D97-AF65-F5344CB8AC3E}">
        <p14:creationId xmlns:p14="http://schemas.microsoft.com/office/powerpoint/2010/main" val="1669303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8B40B0-AFB0-F13B-319A-6FAFDE365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135" y="1770927"/>
            <a:ext cx="9028252" cy="103709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ADFCBB-4E71-4D30-567F-D167E52C4AEB}"/>
              </a:ext>
            </a:extLst>
          </p:cNvPr>
          <p:cNvSpPr txBox="1"/>
          <p:nvPr/>
        </p:nvSpPr>
        <p:spPr>
          <a:xfrm>
            <a:off x="1079340" y="1401595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5</a:t>
            </a:r>
          </a:p>
        </p:txBody>
      </p:sp>
    </p:spTree>
    <p:extLst>
      <p:ext uri="{BB962C8B-B14F-4D97-AF65-F5344CB8AC3E}">
        <p14:creationId xmlns:p14="http://schemas.microsoft.com/office/powerpoint/2010/main" val="2695764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AB2EA0-6A03-8F1E-25B8-FCC546D70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95" y="1817226"/>
            <a:ext cx="7633153" cy="102435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74E6BF-6427-245D-83B3-4ED33D503B53}"/>
              </a:ext>
            </a:extLst>
          </p:cNvPr>
          <p:cNvSpPr txBox="1"/>
          <p:nvPr/>
        </p:nvSpPr>
        <p:spPr>
          <a:xfrm>
            <a:off x="1380282" y="1458152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5</a:t>
            </a:r>
          </a:p>
        </p:txBody>
      </p:sp>
    </p:spTree>
    <p:extLst>
      <p:ext uri="{BB962C8B-B14F-4D97-AF65-F5344CB8AC3E}">
        <p14:creationId xmlns:p14="http://schemas.microsoft.com/office/powerpoint/2010/main" val="3168271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9637065-7443-EC84-C5FA-0523A8B344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20" y="1778000"/>
            <a:ext cx="11704320" cy="97840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4D23AB-A1A2-C718-F06C-BCD9E123A31E}"/>
              </a:ext>
            </a:extLst>
          </p:cNvPr>
          <p:cNvSpPr txBox="1"/>
          <p:nvPr/>
        </p:nvSpPr>
        <p:spPr>
          <a:xfrm>
            <a:off x="1209040" y="9329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no6 </a:t>
            </a:r>
          </a:p>
        </p:txBody>
      </p:sp>
    </p:spTree>
    <p:extLst>
      <p:ext uri="{BB962C8B-B14F-4D97-AF65-F5344CB8AC3E}">
        <p14:creationId xmlns:p14="http://schemas.microsoft.com/office/powerpoint/2010/main" val="3765063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0CE489-06CC-9895-482E-430E59561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959" y="1270000"/>
            <a:ext cx="6232101" cy="8117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49D36A-9857-C088-3AC4-756262337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410" y="9022080"/>
            <a:ext cx="6807200" cy="29171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A1A899-1559-3CC9-A52C-167A9EED6E59}"/>
              </a:ext>
            </a:extLst>
          </p:cNvPr>
          <p:cNvSpPr txBox="1"/>
          <p:nvPr/>
        </p:nvSpPr>
        <p:spPr>
          <a:xfrm>
            <a:off x="1737360" y="6756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no6 </a:t>
            </a:r>
          </a:p>
        </p:txBody>
      </p:sp>
    </p:spTree>
    <p:extLst>
      <p:ext uri="{BB962C8B-B14F-4D97-AF65-F5344CB8AC3E}">
        <p14:creationId xmlns:p14="http://schemas.microsoft.com/office/powerpoint/2010/main" val="152659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9A0C6C-2B34-7D02-13A1-B0AA6C81B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097121"/>
            <a:ext cx="9353005" cy="10789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33A614-6434-F71F-4D22-7EDB9753743F}"/>
              </a:ext>
            </a:extLst>
          </p:cNvPr>
          <p:cNvSpPr txBox="1"/>
          <p:nvPr/>
        </p:nvSpPr>
        <p:spPr>
          <a:xfrm>
            <a:off x="1097280" y="625231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7 </a:t>
            </a:r>
          </a:p>
        </p:txBody>
      </p:sp>
    </p:spTree>
    <p:extLst>
      <p:ext uri="{BB962C8B-B14F-4D97-AF65-F5344CB8AC3E}">
        <p14:creationId xmlns:p14="http://schemas.microsoft.com/office/powerpoint/2010/main" val="3091837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D555B3-C2F4-8C91-1EA2-BE591ABC6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971" y="1149531"/>
            <a:ext cx="8330050" cy="10946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5FA84F-9E00-B08F-0082-43207E9BDC01}"/>
              </a:ext>
            </a:extLst>
          </p:cNvPr>
          <p:cNvSpPr txBox="1"/>
          <p:nvPr/>
        </p:nvSpPr>
        <p:spPr>
          <a:xfrm>
            <a:off x="1414055" y="703291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7 </a:t>
            </a:r>
          </a:p>
        </p:txBody>
      </p:sp>
    </p:spTree>
    <p:extLst>
      <p:ext uri="{BB962C8B-B14F-4D97-AF65-F5344CB8AC3E}">
        <p14:creationId xmlns:p14="http://schemas.microsoft.com/office/powerpoint/2010/main" val="1740794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B19D73-0E6A-6AD9-3169-4BDF85C6C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1249680"/>
            <a:ext cx="9128760" cy="108356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359A7B-85B5-E244-60FF-A4C981EF96B4}"/>
              </a:ext>
            </a:extLst>
          </p:cNvPr>
          <p:cNvSpPr txBox="1"/>
          <p:nvPr/>
        </p:nvSpPr>
        <p:spPr>
          <a:xfrm>
            <a:off x="1661160" y="7141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8</a:t>
            </a:r>
          </a:p>
        </p:txBody>
      </p:sp>
    </p:spTree>
    <p:extLst>
      <p:ext uri="{BB962C8B-B14F-4D97-AF65-F5344CB8AC3E}">
        <p14:creationId xmlns:p14="http://schemas.microsoft.com/office/powerpoint/2010/main" val="3307065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BE2F0D-330A-1F82-D0F7-CB8D236D3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" y="1264920"/>
            <a:ext cx="9540240" cy="10546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4586E4-DA41-87D3-0698-AF21DA38E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" y="1403866"/>
            <a:ext cx="9540240" cy="105460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595EC3-122B-26BC-F093-032A4A531D5B}"/>
              </a:ext>
            </a:extLst>
          </p:cNvPr>
          <p:cNvSpPr txBox="1"/>
          <p:nvPr/>
        </p:nvSpPr>
        <p:spPr>
          <a:xfrm>
            <a:off x="1021080" y="485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8</a:t>
            </a:r>
          </a:p>
        </p:txBody>
      </p:sp>
    </p:spTree>
    <p:extLst>
      <p:ext uri="{BB962C8B-B14F-4D97-AF65-F5344CB8AC3E}">
        <p14:creationId xmlns:p14="http://schemas.microsoft.com/office/powerpoint/2010/main" val="3744243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F34AD7-78D5-61CC-B3C1-1699B2A1D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840" y="660400"/>
            <a:ext cx="7638045" cy="10647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74A96-2F38-2513-25DC-7281586C35D7}"/>
              </a:ext>
            </a:extLst>
          </p:cNvPr>
          <p:cNvSpPr txBox="1"/>
          <p:nvPr/>
        </p:nvSpPr>
        <p:spPr>
          <a:xfrm>
            <a:off x="1513840" y="291068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9</a:t>
            </a:r>
          </a:p>
        </p:txBody>
      </p:sp>
    </p:spTree>
    <p:extLst>
      <p:ext uri="{BB962C8B-B14F-4D97-AF65-F5344CB8AC3E}">
        <p14:creationId xmlns:p14="http://schemas.microsoft.com/office/powerpoint/2010/main" val="4240534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A1CAF6-A566-234B-CF53-3EE4CAB36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109" y="640080"/>
            <a:ext cx="7262948" cy="120700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5F6DE5-35B3-1F2F-5D6C-051EF51811D9}"/>
              </a:ext>
            </a:extLst>
          </p:cNvPr>
          <p:cNvSpPr txBox="1"/>
          <p:nvPr/>
        </p:nvSpPr>
        <p:spPr>
          <a:xfrm>
            <a:off x="1113610" y="352222"/>
            <a:ext cx="6093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9</a:t>
            </a:r>
          </a:p>
        </p:txBody>
      </p:sp>
    </p:spTree>
    <p:extLst>
      <p:ext uri="{BB962C8B-B14F-4D97-AF65-F5344CB8AC3E}">
        <p14:creationId xmlns:p14="http://schemas.microsoft.com/office/powerpoint/2010/main" val="2560421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C315A3-66B9-E23E-B441-177C51B22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040" y="1127760"/>
            <a:ext cx="8763000" cy="113842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E09049-DE27-8B63-E556-51D9D2226BE2}"/>
              </a:ext>
            </a:extLst>
          </p:cNvPr>
          <p:cNvSpPr txBox="1"/>
          <p:nvPr/>
        </p:nvSpPr>
        <p:spPr>
          <a:xfrm>
            <a:off x="1112520" y="6078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10 </a:t>
            </a:r>
          </a:p>
        </p:txBody>
      </p:sp>
    </p:spTree>
    <p:extLst>
      <p:ext uri="{BB962C8B-B14F-4D97-AF65-F5344CB8AC3E}">
        <p14:creationId xmlns:p14="http://schemas.microsoft.com/office/powerpoint/2010/main" val="1285743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A6A5A9-A6B5-A460-7B65-DD87358CD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81" y="929640"/>
            <a:ext cx="6378178" cy="9056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8A3B18-3FB2-0EC3-06E8-A9C74F7D8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81" y="10210578"/>
            <a:ext cx="5943599" cy="20119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2BE950-6796-6E50-3B7A-E1635C99F016}"/>
              </a:ext>
            </a:extLst>
          </p:cNvPr>
          <p:cNvSpPr txBox="1"/>
          <p:nvPr/>
        </p:nvSpPr>
        <p:spPr>
          <a:xfrm>
            <a:off x="2164080" y="5205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problem no 10</a:t>
            </a:r>
          </a:p>
        </p:txBody>
      </p:sp>
    </p:spTree>
    <p:extLst>
      <p:ext uri="{BB962C8B-B14F-4D97-AF65-F5344CB8AC3E}">
        <p14:creationId xmlns:p14="http://schemas.microsoft.com/office/powerpoint/2010/main" val="192604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</TotalTime>
  <Words>484</Words>
  <Application>Microsoft Office PowerPoint</Application>
  <PresentationFormat>Custom</PresentationFormat>
  <Paragraphs>153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niranjan singh</dc:creator>
  <cp:lastModifiedBy>niranjan singh</cp:lastModifiedBy>
  <cp:revision>1</cp:revision>
  <dcterms:created xsi:type="dcterms:W3CDTF">2026-06-17T14:52:07Z</dcterms:created>
  <dcterms:modified xsi:type="dcterms:W3CDTF">2026-06-18T14:55:21Z</dcterms:modified>
</cp:coreProperties>
</file>