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njan singh" userId="604cc15c72babea9" providerId="LiveId" clId="{3FE42C3D-F15E-4215-A35A-719F372E2D06}"/>
    <pc:docChg chg="custSel addSld delSld modSld">
      <pc:chgData name="niranjan singh" userId="604cc15c72babea9" providerId="LiveId" clId="{3FE42C3D-F15E-4215-A35A-719F372E2D06}" dt="2026-06-22T04:15:48.883" v="32" actId="1076"/>
      <pc:docMkLst>
        <pc:docMk/>
      </pc:docMkLst>
      <pc:sldChg chg="del">
        <pc:chgData name="niranjan singh" userId="604cc15c72babea9" providerId="LiveId" clId="{3FE42C3D-F15E-4215-A35A-719F372E2D06}" dt="2026-06-22T04:07:18.833" v="0" actId="2696"/>
        <pc:sldMkLst>
          <pc:docMk/>
          <pc:sldMk cId="203558246" sldId="256"/>
        </pc:sldMkLst>
      </pc:sldChg>
      <pc:sldChg chg="addSp delSp modSp new mod">
        <pc:chgData name="niranjan singh" userId="604cc15c72babea9" providerId="LiveId" clId="{3FE42C3D-F15E-4215-A35A-719F372E2D06}" dt="2026-06-22T04:15:48.883" v="32" actId="1076"/>
        <pc:sldMkLst>
          <pc:docMk/>
          <pc:sldMk cId="3094252708" sldId="256"/>
        </pc:sldMkLst>
        <pc:picChg chg="add del mod">
          <ac:chgData name="niranjan singh" userId="604cc15c72babea9" providerId="LiveId" clId="{3FE42C3D-F15E-4215-A35A-719F372E2D06}" dt="2026-06-22T04:15:27.566" v="28" actId="21"/>
          <ac:picMkLst>
            <pc:docMk/>
            <pc:sldMk cId="3094252708" sldId="256"/>
            <ac:picMk id="3" creationId="{99B29502-A56E-41CB-9AF8-25B6B67C0C90}"/>
          </ac:picMkLst>
        </pc:picChg>
        <pc:picChg chg="add mod">
          <ac:chgData name="niranjan singh" userId="604cc15c72babea9" providerId="LiveId" clId="{3FE42C3D-F15E-4215-A35A-719F372E2D06}" dt="2026-06-22T04:08:24.748" v="7" actId="1076"/>
          <ac:picMkLst>
            <pc:docMk/>
            <pc:sldMk cId="3094252708" sldId="256"/>
            <ac:picMk id="5" creationId="{3C8F9F66-CC4D-9B67-B781-6F0EC1F80593}"/>
          </ac:picMkLst>
        </pc:picChg>
        <pc:picChg chg="add del mod">
          <ac:chgData name="niranjan singh" userId="604cc15c72babea9" providerId="LiveId" clId="{3FE42C3D-F15E-4215-A35A-719F372E2D06}" dt="2026-06-22T04:08:46.035" v="9" actId="21"/>
          <ac:picMkLst>
            <pc:docMk/>
            <pc:sldMk cId="3094252708" sldId="256"/>
            <ac:picMk id="7" creationId="{8DB69396-AD9D-38BC-116D-9FE6E95774E7}"/>
          </ac:picMkLst>
        </pc:picChg>
        <pc:picChg chg="add mod">
          <ac:chgData name="niranjan singh" userId="604cc15c72babea9" providerId="LiveId" clId="{3FE42C3D-F15E-4215-A35A-719F372E2D06}" dt="2026-06-22T04:15:48.883" v="32" actId="1076"/>
          <ac:picMkLst>
            <pc:docMk/>
            <pc:sldMk cId="3094252708" sldId="256"/>
            <ac:picMk id="9" creationId="{64CFC856-160C-1784-879B-76DBB48A741B}"/>
          </ac:picMkLst>
        </pc:picChg>
      </pc:sldChg>
      <pc:sldChg chg="addSp modSp new mod">
        <pc:chgData name="niranjan singh" userId="604cc15c72babea9" providerId="LiveId" clId="{3FE42C3D-F15E-4215-A35A-719F372E2D06}" dt="2026-06-22T04:09:21.248" v="13" actId="1076"/>
        <pc:sldMkLst>
          <pc:docMk/>
          <pc:sldMk cId="4048696085" sldId="257"/>
        </pc:sldMkLst>
        <pc:picChg chg="add mod">
          <ac:chgData name="niranjan singh" userId="604cc15c72babea9" providerId="LiveId" clId="{3FE42C3D-F15E-4215-A35A-719F372E2D06}" dt="2026-06-22T04:09:05.199" v="11" actId="1076"/>
          <ac:picMkLst>
            <pc:docMk/>
            <pc:sldMk cId="4048696085" sldId="257"/>
            <ac:picMk id="3" creationId="{CC3184DF-0738-036E-D590-95256C69B103}"/>
          </ac:picMkLst>
        </pc:picChg>
        <pc:picChg chg="add mod">
          <ac:chgData name="niranjan singh" userId="604cc15c72babea9" providerId="LiveId" clId="{3FE42C3D-F15E-4215-A35A-719F372E2D06}" dt="2026-06-22T04:09:21.248" v="13" actId="1076"/>
          <ac:picMkLst>
            <pc:docMk/>
            <pc:sldMk cId="4048696085" sldId="257"/>
            <ac:picMk id="5" creationId="{31E546AD-E4EC-4916-4A96-FAAF09A289FD}"/>
          </ac:picMkLst>
        </pc:picChg>
      </pc:sldChg>
      <pc:sldChg chg="addSp modSp new mod">
        <pc:chgData name="niranjan singh" userId="604cc15c72babea9" providerId="LiveId" clId="{3FE42C3D-F15E-4215-A35A-719F372E2D06}" dt="2026-06-22T04:09:58.586" v="17" actId="1076"/>
        <pc:sldMkLst>
          <pc:docMk/>
          <pc:sldMk cId="2996738149" sldId="258"/>
        </pc:sldMkLst>
        <pc:picChg chg="add mod">
          <ac:chgData name="niranjan singh" userId="604cc15c72babea9" providerId="LiveId" clId="{3FE42C3D-F15E-4215-A35A-719F372E2D06}" dt="2026-06-22T04:09:41.680" v="15" actId="1076"/>
          <ac:picMkLst>
            <pc:docMk/>
            <pc:sldMk cId="2996738149" sldId="258"/>
            <ac:picMk id="3" creationId="{C5FB331D-255E-9382-7B96-3259E08472FD}"/>
          </ac:picMkLst>
        </pc:picChg>
        <pc:picChg chg="add mod">
          <ac:chgData name="niranjan singh" userId="604cc15c72babea9" providerId="LiveId" clId="{3FE42C3D-F15E-4215-A35A-719F372E2D06}" dt="2026-06-22T04:09:58.586" v="17" actId="1076"/>
          <ac:picMkLst>
            <pc:docMk/>
            <pc:sldMk cId="2996738149" sldId="258"/>
            <ac:picMk id="5" creationId="{81C2FADF-CA99-BA28-5DFE-F383FFDDFF84}"/>
          </ac:picMkLst>
        </pc:picChg>
      </pc:sldChg>
      <pc:sldChg chg="addSp modSp new mod">
        <pc:chgData name="niranjan singh" userId="604cc15c72babea9" providerId="LiveId" clId="{3FE42C3D-F15E-4215-A35A-719F372E2D06}" dt="2026-06-22T04:11:04.710" v="23" actId="1076"/>
        <pc:sldMkLst>
          <pc:docMk/>
          <pc:sldMk cId="495352036" sldId="259"/>
        </pc:sldMkLst>
        <pc:picChg chg="add mod">
          <ac:chgData name="niranjan singh" userId="604cc15c72babea9" providerId="LiveId" clId="{3FE42C3D-F15E-4215-A35A-719F372E2D06}" dt="2026-06-22T04:10:42.475" v="21" actId="1076"/>
          <ac:picMkLst>
            <pc:docMk/>
            <pc:sldMk cId="495352036" sldId="259"/>
            <ac:picMk id="3" creationId="{202259DB-B2FF-3530-1756-5CC9DE2D0494}"/>
          </ac:picMkLst>
        </pc:picChg>
        <pc:picChg chg="add mod">
          <ac:chgData name="niranjan singh" userId="604cc15c72babea9" providerId="LiveId" clId="{3FE42C3D-F15E-4215-A35A-719F372E2D06}" dt="2026-06-22T04:11:04.710" v="23" actId="1076"/>
          <ac:picMkLst>
            <pc:docMk/>
            <pc:sldMk cId="495352036" sldId="259"/>
            <ac:picMk id="5" creationId="{E770C08D-673B-8E0F-9470-832667370E8A}"/>
          </ac:picMkLst>
        </pc:picChg>
      </pc:sldChg>
      <pc:sldChg chg="addSp modSp new mod">
        <pc:chgData name="niranjan singh" userId="604cc15c72babea9" providerId="LiveId" clId="{3FE42C3D-F15E-4215-A35A-719F372E2D06}" dt="2026-06-22T04:11:33.327" v="27" actId="1076"/>
        <pc:sldMkLst>
          <pc:docMk/>
          <pc:sldMk cId="2984669577" sldId="260"/>
        </pc:sldMkLst>
        <pc:picChg chg="add mod">
          <ac:chgData name="niranjan singh" userId="604cc15c72babea9" providerId="LiveId" clId="{3FE42C3D-F15E-4215-A35A-719F372E2D06}" dt="2026-06-22T04:11:21.610" v="25" actId="1076"/>
          <ac:picMkLst>
            <pc:docMk/>
            <pc:sldMk cId="2984669577" sldId="260"/>
            <ac:picMk id="3" creationId="{E4CD0F38-E29B-3738-27FE-37A500B17493}"/>
          </ac:picMkLst>
        </pc:picChg>
        <pc:picChg chg="add mod">
          <ac:chgData name="niranjan singh" userId="604cc15c72babea9" providerId="LiveId" clId="{3FE42C3D-F15E-4215-A35A-719F372E2D06}" dt="2026-06-22T04:11:33.327" v="27" actId="1076"/>
          <ac:picMkLst>
            <pc:docMk/>
            <pc:sldMk cId="2984669577" sldId="260"/>
            <ac:picMk id="5" creationId="{850818C1-34D3-5DEF-9BD1-0D5B82F1EB5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B891-3995-6E38-34BF-3F3780801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6F0D1-F2E7-ECFE-5D46-4CA5F9C7F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713B3-FCAE-7660-6CC8-EAA94F46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B1432-43D4-2FA2-42B0-52008821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3572-4929-1D82-7D30-24A95983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9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BD10-F6B3-EB2F-24B9-8B8C8950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B8C03-32EA-CA44-5079-37B8EB060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6DF-8241-E2C0-D185-A703E230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DE154-5074-9E6D-E536-C76037DD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630CC-D986-8528-627D-BD1C5374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2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AF7D-1353-5736-B227-423A848F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A053B-1997-FB88-D715-5EC607B0B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9B7C3-FAB4-B8C6-1384-C4128FE8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167B2-5CC5-49F3-587D-0E2755E6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A8000-900E-4DF9-5C82-BDF871E7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3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E138-EDBC-7AC9-B1C2-A0F0935CE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350CC-BA2F-1639-47C7-A915AEAA8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DB682-616B-29C2-9920-13C0AEA93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57532-C5AB-F5DF-A1B9-AF912C7D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BD1F2-70B1-8A8F-27F0-20A945E7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9A9BC-AE5C-DC7E-6E09-AF785F8D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2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258C-163A-C21B-06B2-A3E27245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78CF9-394C-5946-824E-428C3ACF1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3AAB2-7B0C-1B37-0D9B-F676A65B4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80DB5-D42A-AF4B-9AB0-E1F5F85F0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8080E4-0109-BD3F-E0FF-82E9FA719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EECE7-F2CD-95C2-5058-35E8EF01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A6A52-D98B-385D-F1A6-17A5B3AF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78DC80-8BA0-847A-9265-2F0D67AA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BB72-5BEE-761A-408E-F3F9D090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6563B-F600-A417-FCA7-AF58D2740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2B146-4295-B663-3E89-C348F652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FE8A8-BB2B-86C0-0115-31773352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08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7CF2A-2E00-1DF3-A2D2-3F5CF99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4C7AE-831C-4430-A407-6BA18DA1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5B90E-B69A-36AA-1FE0-1DA2E744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6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48A7-8A5D-2638-48F4-1D51AD0C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2FF07-75C9-F9AD-AB89-AE9F07CF7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2D375-DCF8-D210-48C2-39E137FB1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25A22-268E-FA89-2AC2-1CEB613F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4E933-B1E9-E2E9-A204-EC0A70B8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7610D-4637-C827-56AD-746E8453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9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1C1A-E207-D802-B4F1-B8C12D17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0C866-F23E-2543-D679-41AC97FA9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38570-34BD-0DB1-D92B-ED68A6167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A644C-33F5-3DD6-AD80-58706F6A5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B518A-9D7B-F0E3-39AB-54BDAF35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C475B-F366-007C-9648-7B8B00C7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7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E2710-9DEA-FBA9-E96F-E60B2BE0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BAC90-35E1-CBF0-BC4F-C02CEF8D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037B2-52B2-0074-4725-A5A2E40B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342-E696-F0D8-6213-902B3319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C6D96-D731-3AD5-8504-220A7E0D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5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AC85F-7028-A811-83CA-E04587076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5EE92-EC3C-C06D-F6A7-549AA1C47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5C4B-2757-0302-581B-0E6DB41CD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32502-119A-93C2-A905-527B316D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B5030-3F56-139B-9BD3-5BD61CD8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3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171F7-7107-FC11-DDC5-D446813FA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E93F-062D-EE37-CEC7-E7C12DF46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A1A54-8883-AA73-B0E9-6247D8C75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D3B0B-A056-49AD-8990-BB243D5F108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AC978-1AF8-E3EA-AF4A-F122E5EC1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37083-BA07-9608-E7C9-B4F717D12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38F5B-93D8-401F-8FBA-4B86AC5FF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2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8F9F66-CC4D-9B67-B781-6F0EC1F80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557" y="735096"/>
            <a:ext cx="5753599" cy="5387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CFC856-160C-1784-879B-76DBB48A7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75" y="819609"/>
            <a:ext cx="4663844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5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184DF-0738-036E-D590-95256C69B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33" y="576805"/>
            <a:ext cx="4534293" cy="5471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E546AD-E4EC-4916-4A96-FAAF09A28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93" y="755890"/>
            <a:ext cx="4854361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9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B331D-255E-9382-7B96-3259E0847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37" y="710509"/>
            <a:ext cx="4938188" cy="5303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C2FADF-CA99-BA28-5DFE-F383FFDDF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141" y="1034394"/>
            <a:ext cx="4115157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38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259DB-B2FF-3530-1756-5CC9DE2D0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68" y="898933"/>
            <a:ext cx="3787468" cy="52430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70C08D-673B-8E0F-9470-832667370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901" y="826536"/>
            <a:ext cx="3810330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52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CD0F38-E29B-3738-27FE-37A500B17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22" y="684186"/>
            <a:ext cx="3513124" cy="5273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0818C1-34D3-5DEF-9BD1-0D5B82F1E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107" y="684186"/>
            <a:ext cx="2979678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6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niranjan singh</dc:creator>
  <cp:lastModifiedBy>niranjan singh</cp:lastModifiedBy>
  <cp:revision>1</cp:revision>
  <dcterms:created xsi:type="dcterms:W3CDTF">2026-06-22T04:07:09Z</dcterms:created>
  <dcterms:modified xsi:type="dcterms:W3CDTF">2026-06-22T04:15:56Z</dcterms:modified>
</cp:coreProperties>
</file>