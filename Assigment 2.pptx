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82" r:id="rId2"/>
    <p:sldId id="283" r:id="rId3"/>
    <p:sldId id="284" r:id="rId4"/>
    <p:sldId id="285" r:id="rId5"/>
    <p:sldId id="286" r:id="rId6"/>
    <p:sldId id="287" r:id="rId7"/>
    <p:sldId id="271" r:id="rId8"/>
    <p:sldId id="273" r:id="rId9"/>
    <p:sldId id="274" r:id="rId10"/>
    <p:sldId id="279" r:id="rId11"/>
    <p:sldId id="276" r:id="rId12"/>
    <p:sldId id="277" r:id="rId13"/>
    <p:sldId id="280" r:id="rId14"/>
    <p:sldId id="281" r:id="rId15"/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</p:sldIdLst>
  <p:sldSz cx="12069763" cy="147224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EB67D-872F-55B2-8C45-232B8F3384D2}" v="2" dt="2026-06-17T04:02:47.306"/>
    <p1510:client id="{FA1D3503-8121-40C0-AD24-DC185F72742E}" v="32" dt="2026-06-17T03:19:13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AA8EB67D-872F-55B2-8C45-232B8F3384D2}"/>
    <pc:docChg chg="modSld">
      <pc:chgData name="Guest User" userId="" providerId="Windows Live" clId="Web-{AA8EB67D-872F-55B2-8C45-232B8F3384D2}" dt="2026-06-17T04:02:47.290" v="0" actId="20577"/>
      <pc:docMkLst>
        <pc:docMk/>
      </pc:docMkLst>
      <pc:sldChg chg="modSp">
        <pc:chgData name="Guest User" userId="" providerId="Windows Live" clId="Web-{AA8EB67D-872F-55B2-8C45-232B8F3384D2}" dt="2026-06-17T04:02:47.290" v="0" actId="20577"/>
        <pc:sldMkLst>
          <pc:docMk/>
          <pc:sldMk cId="1783242831" sldId="282"/>
        </pc:sldMkLst>
        <pc:spChg chg="mod">
          <ac:chgData name="Guest User" userId="" providerId="Windows Live" clId="Web-{AA8EB67D-872F-55B2-8C45-232B8F3384D2}" dt="2026-06-17T04:02:47.290" v="0" actId="20577"/>
          <ac:spMkLst>
            <pc:docMk/>
            <pc:sldMk cId="1783242831" sldId="282"/>
            <ac:spMk id="5" creationId="{C753A9B4-5979-C7B5-72F0-902446B7C551}"/>
          </ac:spMkLst>
        </pc:spChg>
      </pc:sldChg>
    </pc:docChg>
  </pc:docChgLst>
  <pc:docChgLst>
    <pc:chgData name="niranjan singh" userId="604cc15c72babea9" providerId="LiveId" clId="{3FE42C3D-F15E-4215-A35A-719F372E2D06}"/>
    <pc:docChg chg="custSel addSld delSld modSld sldOrd">
      <pc:chgData name="niranjan singh" userId="604cc15c72babea9" providerId="LiveId" clId="{3FE42C3D-F15E-4215-A35A-719F372E2D06}" dt="2026-06-17T03:48:06.443" v="17065" actId="21"/>
      <pc:docMkLst>
        <pc:docMk/>
      </pc:docMkLst>
      <pc:sldChg chg="new del">
        <pc:chgData name="niranjan singh" userId="604cc15c72babea9" providerId="LiveId" clId="{3FE42C3D-F15E-4215-A35A-719F372E2D06}" dt="2026-06-16T13:07:27.581" v="306" actId="2696"/>
        <pc:sldMkLst>
          <pc:docMk/>
          <pc:sldMk cId="98977031" sldId="256"/>
        </pc:sldMkLst>
      </pc:sldChg>
      <pc:sldChg chg="addSp delSp modSp new mod ord">
        <pc:chgData name="niranjan singh" userId="604cc15c72babea9" providerId="LiveId" clId="{3FE42C3D-F15E-4215-A35A-719F372E2D06}" dt="2026-06-16T18:57:18.927" v="10392"/>
        <pc:sldMkLst>
          <pc:docMk/>
          <pc:sldMk cId="297524254" sldId="256"/>
        </pc:sldMkLst>
        <pc:spChg chg="add del mod">
          <ac:chgData name="niranjan singh" userId="604cc15c72babea9" providerId="LiveId" clId="{3FE42C3D-F15E-4215-A35A-719F372E2D06}" dt="2026-06-16T16:47:49.159" v="7098" actId="21"/>
          <ac:spMkLst>
            <pc:docMk/>
            <pc:sldMk cId="297524254" sldId="256"/>
            <ac:spMk id="2" creationId="{C306472F-426D-CF75-F9B1-67FCC36D24D5}"/>
          </ac:spMkLst>
        </pc:spChg>
        <pc:spChg chg="add mod">
          <ac:chgData name="niranjan singh" userId="604cc15c72babea9" providerId="LiveId" clId="{3FE42C3D-F15E-4215-A35A-719F372E2D06}" dt="2026-06-16T17:54:10.887" v="7105" actId="34135"/>
          <ac:spMkLst>
            <pc:docMk/>
            <pc:sldMk cId="297524254" sldId="256"/>
            <ac:spMk id="3" creationId="{488FDB34-86C5-2BB8-F9B1-44E26D322A57}"/>
          </ac:spMkLst>
        </pc:spChg>
      </pc:sldChg>
      <pc:sldChg chg="addSp modSp new del mod">
        <pc:chgData name="niranjan singh" userId="604cc15c72babea9" providerId="LiveId" clId="{3FE42C3D-F15E-4215-A35A-719F372E2D06}" dt="2026-06-16T13:40:42.705" v="417" actId="2696"/>
        <pc:sldMkLst>
          <pc:docMk/>
          <pc:sldMk cId="1384073078" sldId="256"/>
        </pc:sldMkLst>
        <pc:picChg chg="add mod">
          <ac:chgData name="niranjan singh" userId="604cc15c72babea9" providerId="LiveId" clId="{3FE42C3D-F15E-4215-A35A-719F372E2D06}" dt="2026-06-16T13:37:48.836" v="416" actId="1037"/>
          <ac:picMkLst>
            <pc:docMk/>
            <pc:sldMk cId="1384073078" sldId="256"/>
            <ac:picMk id="3" creationId="{85383BC7-A1D1-4D39-5A10-E910CB17DC49}"/>
          </ac:picMkLst>
        </pc:picChg>
      </pc:sldChg>
      <pc:sldChg chg="del">
        <pc:chgData name="niranjan singh" userId="604cc15c72babea9" providerId="LiveId" clId="{3FE42C3D-F15E-4215-A35A-719F372E2D06}" dt="2026-06-16T12:58:29.468" v="2" actId="2696"/>
        <pc:sldMkLst>
          <pc:docMk/>
          <pc:sldMk cId="3337700705" sldId="256"/>
        </pc:sldMkLst>
      </pc:sldChg>
      <pc:sldChg chg="addSp modSp new del mod">
        <pc:chgData name="niranjan singh" userId="604cc15c72babea9" providerId="LiveId" clId="{3FE42C3D-F15E-4215-A35A-719F372E2D06}" dt="2026-06-16T13:36:40.843" v="357" actId="2696"/>
        <pc:sldMkLst>
          <pc:docMk/>
          <pc:sldMk cId="1303262825" sldId="257"/>
        </pc:sldMkLst>
        <pc:spChg chg="add mod">
          <ac:chgData name="niranjan singh" userId="604cc15c72babea9" providerId="LiveId" clId="{3FE42C3D-F15E-4215-A35A-719F372E2D06}" dt="2026-06-16T13:28:41.901" v="356" actId="1036"/>
          <ac:spMkLst>
            <pc:docMk/>
            <pc:sldMk cId="1303262825" sldId="257"/>
            <ac:spMk id="3" creationId="{0FC9A727-F1EF-A70D-35B8-D7BB92CF91A7}"/>
          </ac:spMkLst>
        </pc:spChg>
      </pc:sldChg>
      <pc:sldChg chg="add del">
        <pc:chgData name="niranjan singh" userId="604cc15c72babea9" providerId="LiveId" clId="{3FE42C3D-F15E-4215-A35A-719F372E2D06}" dt="2026-06-16T13:44:51.457" v="420" actId="2696"/>
        <pc:sldMkLst>
          <pc:docMk/>
          <pc:sldMk cId="1384073078" sldId="257"/>
        </pc:sldMkLst>
      </pc:sldChg>
      <pc:sldChg chg="add del">
        <pc:chgData name="niranjan singh" userId="604cc15c72babea9" providerId="LiveId" clId="{3FE42C3D-F15E-4215-A35A-719F372E2D06}" dt="2026-06-16T12:58:32.319" v="3" actId="2696"/>
        <pc:sldMkLst>
          <pc:docMk/>
          <pc:sldMk cId="1703386228" sldId="257"/>
        </pc:sldMkLst>
      </pc:sldChg>
      <pc:sldChg chg="add del">
        <pc:chgData name="niranjan singh" userId="604cc15c72babea9" providerId="LiveId" clId="{3FE42C3D-F15E-4215-A35A-719F372E2D06}" dt="2026-06-16T12:59:07.705" v="7" actId="2696"/>
        <pc:sldMkLst>
          <pc:docMk/>
          <pc:sldMk cId="2643734675" sldId="257"/>
        </pc:sldMkLst>
      </pc:sldChg>
      <pc:sldChg chg="addSp delSp modSp new mod">
        <pc:chgData name="niranjan singh" userId="604cc15c72babea9" providerId="LiveId" clId="{3FE42C3D-F15E-4215-A35A-719F372E2D06}" dt="2026-06-16T19:04:32.886" v="10455" actId="34135"/>
        <pc:sldMkLst>
          <pc:docMk/>
          <pc:sldMk cId="3050465826" sldId="257"/>
        </pc:sldMkLst>
        <pc:spChg chg="add mod">
          <ac:chgData name="niranjan singh" userId="604cc15c72babea9" providerId="LiveId" clId="{3FE42C3D-F15E-4215-A35A-719F372E2D06}" dt="2026-06-16T19:04:32.886" v="10455" actId="34135"/>
          <ac:spMkLst>
            <pc:docMk/>
            <pc:sldMk cId="3050465826" sldId="257"/>
            <ac:spMk id="4" creationId="{89F03E28-A05D-A822-DA29-9A931AFAA386}"/>
          </ac:spMkLst>
        </pc:spChg>
        <pc:spChg chg="add del">
          <ac:chgData name="niranjan singh" userId="604cc15c72babea9" providerId="LiveId" clId="{3FE42C3D-F15E-4215-A35A-719F372E2D06}" dt="2026-06-16T14:28:56.858" v="1358" actId="21"/>
          <ac:spMkLst>
            <pc:docMk/>
            <pc:sldMk cId="3050465826" sldId="257"/>
            <ac:spMk id="5" creationId="{709C6099-0EB4-7B10-B1DE-021E40FDABD2}"/>
          </ac:spMkLst>
        </pc:spChg>
        <pc:spChg chg="add del">
          <ac:chgData name="niranjan singh" userId="604cc15c72babea9" providerId="LiveId" clId="{3FE42C3D-F15E-4215-A35A-719F372E2D06}" dt="2026-06-16T14:29:52.475" v="1362" actId="21"/>
          <ac:spMkLst>
            <pc:docMk/>
            <pc:sldMk cId="3050465826" sldId="257"/>
            <ac:spMk id="8" creationId="{590BD0A7-E53F-B0E0-77C3-58638351BB25}"/>
          </ac:spMkLst>
        </pc:spChg>
        <pc:graphicFrameChg chg="add del mod modGraphic">
          <ac:chgData name="niranjan singh" userId="604cc15c72babea9" providerId="LiveId" clId="{3FE42C3D-F15E-4215-A35A-719F372E2D06}" dt="2026-06-16T14:05:15.180" v="838" actId="478"/>
          <ac:graphicFrameMkLst>
            <pc:docMk/>
            <pc:sldMk cId="3050465826" sldId="257"/>
            <ac:graphicFrameMk id="2" creationId="{7511360C-18F3-48CC-CBA1-E0D112931A10}"/>
          </ac:graphicFrameMkLst>
        </pc:graphicFrameChg>
        <pc:cxnChg chg="add del">
          <ac:chgData name="niranjan singh" userId="604cc15c72babea9" providerId="LiveId" clId="{3FE42C3D-F15E-4215-A35A-719F372E2D06}" dt="2026-06-16T14:29:16.459" v="1360" actId="21"/>
          <ac:cxnSpMkLst>
            <pc:docMk/>
            <pc:sldMk cId="3050465826" sldId="257"/>
            <ac:cxnSpMk id="7" creationId="{8B4F729B-40CE-EB03-9DA7-CF01ABBA3046}"/>
          </ac:cxnSpMkLst>
        </pc:cxnChg>
      </pc:sldChg>
      <pc:sldChg chg="add del">
        <pc:chgData name="niranjan singh" userId="604cc15c72babea9" providerId="LiveId" clId="{3FE42C3D-F15E-4215-A35A-719F372E2D06}" dt="2026-06-16T12:58:52.374" v="5" actId="2696"/>
        <pc:sldMkLst>
          <pc:docMk/>
          <pc:sldMk cId="4067126139" sldId="257"/>
        </pc:sldMkLst>
      </pc:sldChg>
      <pc:sldChg chg="addSp delSp modSp new mod">
        <pc:chgData name="niranjan singh" userId="604cc15c72babea9" providerId="LiveId" clId="{3FE42C3D-F15E-4215-A35A-719F372E2D06}" dt="2026-06-16T19:04:20.644" v="10454" actId="21"/>
        <pc:sldMkLst>
          <pc:docMk/>
          <pc:sldMk cId="7230762" sldId="258"/>
        </pc:sldMkLst>
        <pc:spChg chg="add mod">
          <ac:chgData name="niranjan singh" userId="604cc15c72babea9" providerId="LiveId" clId="{3FE42C3D-F15E-4215-A35A-719F372E2D06}" dt="2026-06-16T19:04:03.901" v="10452" actId="34135"/>
          <ac:spMkLst>
            <pc:docMk/>
            <pc:sldMk cId="7230762" sldId="258"/>
            <ac:spMk id="3" creationId="{11155B3B-AD32-6A49-F82A-47377E19B5FE}"/>
          </ac:spMkLst>
        </pc:spChg>
        <pc:graphicFrameChg chg="add del modGraphic">
          <ac:chgData name="niranjan singh" userId="604cc15c72babea9" providerId="LiveId" clId="{3FE42C3D-F15E-4215-A35A-719F372E2D06}" dt="2026-06-16T19:04:20.644" v="10454" actId="21"/>
          <ac:graphicFrameMkLst>
            <pc:docMk/>
            <pc:sldMk cId="7230762" sldId="258"/>
            <ac:graphicFrameMk id="4" creationId="{D1F8C732-4BE0-535B-A341-A35F8BE3ABE2}"/>
          </ac:graphicFrameMkLst>
        </pc:graphicFrameChg>
      </pc:sldChg>
      <pc:sldChg chg="addSp modSp new del mod">
        <pc:chgData name="niranjan singh" userId="604cc15c72babea9" providerId="LiveId" clId="{3FE42C3D-F15E-4215-A35A-719F372E2D06}" dt="2026-06-16T13:07:10.831" v="303" actId="2696"/>
        <pc:sldMkLst>
          <pc:docMk/>
          <pc:sldMk cId="1206493420" sldId="258"/>
        </pc:sldMkLst>
        <pc:spChg chg="add mod">
          <ac:chgData name="niranjan singh" userId="604cc15c72babea9" providerId="LiveId" clId="{3FE42C3D-F15E-4215-A35A-719F372E2D06}" dt="2026-06-16T13:06:40.221" v="302" actId="1035"/>
          <ac:spMkLst>
            <pc:docMk/>
            <pc:sldMk cId="1206493420" sldId="258"/>
            <ac:spMk id="3" creationId="{55FF208D-C370-8D76-ED9C-9A0C4A6EBCAA}"/>
          </ac:spMkLst>
        </pc:spChg>
      </pc:sldChg>
      <pc:sldChg chg="addSp modSp new mod chgLayout">
        <pc:chgData name="niranjan singh" userId="604cc15c72babea9" providerId="LiveId" clId="{3FE42C3D-F15E-4215-A35A-719F372E2D06}" dt="2026-06-16T19:03:58.111" v="10451" actId="34135"/>
        <pc:sldMkLst>
          <pc:docMk/>
          <pc:sldMk cId="125534819" sldId="259"/>
        </pc:sldMkLst>
        <pc:spChg chg="add mod">
          <ac:chgData name="niranjan singh" userId="604cc15c72babea9" providerId="LiveId" clId="{3FE42C3D-F15E-4215-A35A-719F372E2D06}" dt="2026-06-16T19:03:58.111" v="10451" actId="34135"/>
          <ac:spMkLst>
            <pc:docMk/>
            <pc:sldMk cId="125534819" sldId="259"/>
            <ac:spMk id="3" creationId="{2640D7F7-4A20-3145-258C-61AD94E757FD}"/>
          </ac:spMkLst>
        </pc:spChg>
      </pc:sldChg>
      <pc:sldChg chg="addSp modSp new del mod">
        <pc:chgData name="niranjan singh" userId="604cc15c72babea9" providerId="LiveId" clId="{3FE42C3D-F15E-4215-A35A-719F372E2D06}" dt="2026-06-16T14:18:12.982" v="1352" actId="2696"/>
        <pc:sldMkLst>
          <pc:docMk/>
          <pc:sldMk cId="3476765547" sldId="259"/>
        </pc:sldMkLst>
        <pc:spChg chg="add">
          <ac:chgData name="niranjan singh" userId="604cc15c72babea9" providerId="LiveId" clId="{3FE42C3D-F15E-4215-A35A-719F372E2D06}" dt="2026-06-16T14:17:51.466" v="1351"/>
          <ac:spMkLst>
            <pc:docMk/>
            <pc:sldMk cId="3476765547" sldId="259"/>
            <ac:spMk id="4" creationId="{95CFF57F-7887-3679-8C33-1E1099273620}"/>
          </ac:spMkLst>
        </pc:spChg>
        <pc:graphicFrameChg chg="add mod">
          <ac:chgData name="niranjan singh" userId="604cc15c72babea9" providerId="LiveId" clId="{3FE42C3D-F15E-4215-A35A-719F372E2D06}" dt="2026-06-16T14:17:51.466" v="1351"/>
          <ac:graphicFrameMkLst>
            <pc:docMk/>
            <pc:sldMk cId="3476765547" sldId="259"/>
            <ac:graphicFrameMk id="2" creationId="{DCE0D435-2E25-3424-DCDF-F443A421AF32}"/>
          </ac:graphicFrameMkLst>
        </pc:graphicFrameChg>
      </pc:sldChg>
      <pc:sldChg chg="new del">
        <pc:chgData name="niranjan singh" userId="604cc15c72babea9" providerId="LiveId" clId="{3FE42C3D-F15E-4215-A35A-719F372E2D06}" dt="2026-06-16T14:20:02.629" v="1354" actId="2696"/>
        <pc:sldMkLst>
          <pc:docMk/>
          <pc:sldMk cId="4280333451" sldId="259"/>
        </pc:sldMkLst>
      </pc:sldChg>
      <pc:sldChg chg="new del">
        <pc:chgData name="niranjan singh" userId="604cc15c72babea9" providerId="LiveId" clId="{3FE42C3D-F15E-4215-A35A-719F372E2D06}" dt="2026-06-16T14:40:40.279" v="1635" actId="2696"/>
        <pc:sldMkLst>
          <pc:docMk/>
          <pc:sldMk cId="1128212541" sldId="260"/>
        </pc:sldMkLst>
      </pc:sldChg>
      <pc:sldChg chg="addSp modSp new mod">
        <pc:chgData name="niranjan singh" userId="604cc15c72babea9" providerId="LiveId" clId="{3FE42C3D-F15E-4215-A35A-719F372E2D06}" dt="2026-06-17T03:22:57.717" v="17063" actId="20577"/>
        <pc:sldMkLst>
          <pc:docMk/>
          <pc:sldMk cId="1378725008" sldId="260"/>
        </pc:sldMkLst>
        <pc:spChg chg="add mod">
          <ac:chgData name="niranjan singh" userId="604cc15c72babea9" providerId="LiveId" clId="{3FE42C3D-F15E-4215-A35A-719F372E2D06}" dt="2026-06-17T03:22:57.717" v="17063" actId="20577"/>
          <ac:spMkLst>
            <pc:docMk/>
            <pc:sldMk cId="1378725008" sldId="260"/>
            <ac:spMk id="3" creationId="{6A3154F6-E0C4-C146-C599-5BF80F7A6417}"/>
          </ac:spMkLst>
        </pc:spChg>
      </pc:sldChg>
      <pc:sldChg chg="addSp modSp new mod">
        <pc:chgData name="niranjan singh" userId="604cc15c72babea9" providerId="LiveId" clId="{3FE42C3D-F15E-4215-A35A-719F372E2D06}" dt="2026-06-17T03:23:27.977" v="17064" actId="20577"/>
        <pc:sldMkLst>
          <pc:docMk/>
          <pc:sldMk cId="430933996" sldId="261"/>
        </pc:sldMkLst>
        <pc:spChg chg="add mod">
          <ac:chgData name="niranjan singh" userId="604cc15c72babea9" providerId="LiveId" clId="{3FE42C3D-F15E-4215-A35A-719F372E2D06}" dt="2026-06-17T03:23:27.977" v="17064" actId="20577"/>
          <ac:spMkLst>
            <pc:docMk/>
            <pc:sldMk cId="430933996" sldId="261"/>
            <ac:spMk id="3" creationId="{AC44C997-C056-20FA-3B54-CB02F4AF04B2}"/>
          </ac:spMkLst>
        </pc:spChg>
      </pc:sldChg>
      <pc:sldChg chg="addSp modSp new mod">
        <pc:chgData name="niranjan singh" userId="604cc15c72babea9" providerId="LiveId" clId="{3FE42C3D-F15E-4215-A35A-719F372E2D06}" dt="2026-06-16T19:03:42.782" v="10448" actId="34135"/>
        <pc:sldMkLst>
          <pc:docMk/>
          <pc:sldMk cId="3487739889" sldId="262"/>
        </pc:sldMkLst>
        <pc:spChg chg="add mod">
          <ac:chgData name="niranjan singh" userId="604cc15c72babea9" providerId="LiveId" clId="{3FE42C3D-F15E-4215-A35A-719F372E2D06}" dt="2026-06-16T19:03:42.782" v="10448" actId="34135"/>
          <ac:spMkLst>
            <pc:docMk/>
            <pc:sldMk cId="3487739889" sldId="262"/>
            <ac:spMk id="3" creationId="{63703DB1-1D4A-9684-B516-4D609CBF2024}"/>
          </ac:spMkLst>
        </pc:spChg>
      </pc:sldChg>
      <pc:sldChg chg="addSp modSp new del mod">
        <pc:chgData name="niranjan singh" userId="604cc15c72babea9" providerId="LiveId" clId="{3FE42C3D-F15E-4215-A35A-719F372E2D06}" dt="2026-06-16T15:04:49.013" v="3017" actId="2696"/>
        <pc:sldMkLst>
          <pc:docMk/>
          <pc:sldMk cId="835750714" sldId="263"/>
        </pc:sldMkLst>
        <pc:spChg chg="add">
          <ac:chgData name="niranjan singh" userId="604cc15c72babea9" providerId="LiveId" clId="{3FE42C3D-F15E-4215-A35A-719F372E2D06}" dt="2026-06-16T15:04:33.151" v="3016"/>
          <ac:spMkLst>
            <pc:docMk/>
            <pc:sldMk cId="835750714" sldId="263"/>
            <ac:spMk id="3" creationId="{05027968-512B-7407-D7AE-451A058CF594}"/>
          </ac:spMkLst>
        </pc:spChg>
      </pc:sldChg>
      <pc:sldChg chg="addSp modSp new mod ord">
        <pc:chgData name="niranjan singh" userId="604cc15c72babea9" providerId="LiveId" clId="{3FE42C3D-F15E-4215-A35A-719F372E2D06}" dt="2026-06-16T19:03:37.457" v="10447" actId="34135"/>
        <pc:sldMkLst>
          <pc:docMk/>
          <pc:sldMk cId="4170041743" sldId="263"/>
        </pc:sldMkLst>
        <pc:spChg chg="add mod">
          <ac:chgData name="niranjan singh" userId="604cc15c72babea9" providerId="LiveId" clId="{3FE42C3D-F15E-4215-A35A-719F372E2D06}" dt="2026-06-16T19:03:37.457" v="10447" actId="34135"/>
          <ac:spMkLst>
            <pc:docMk/>
            <pc:sldMk cId="4170041743" sldId="263"/>
            <ac:spMk id="3" creationId="{6E1A418C-34CD-7F0A-8FAA-CF982B6F3CAD}"/>
          </ac:spMkLst>
        </pc:spChg>
      </pc:sldChg>
      <pc:sldChg chg="addSp modSp new mod">
        <pc:chgData name="niranjan singh" userId="604cc15c72babea9" providerId="LiveId" clId="{3FE42C3D-F15E-4215-A35A-719F372E2D06}" dt="2026-06-16T19:03:18.080" v="10446" actId="34135"/>
        <pc:sldMkLst>
          <pc:docMk/>
          <pc:sldMk cId="946549974" sldId="264"/>
        </pc:sldMkLst>
        <pc:spChg chg="add mod">
          <ac:chgData name="niranjan singh" userId="604cc15c72babea9" providerId="LiveId" clId="{3FE42C3D-F15E-4215-A35A-719F372E2D06}" dt="2026-06-16T19:03:18.080" v="10446" actId="34135"/>
          <ac:spMkLst>
            <pc:docMk/>
            <pc:sldMk cId="946549974" sldId="264"/>
            <ac:spMk id="3" creationId="{EB0BE02A-7409-1DE0-5D35-94F029133215}"/>
          </ac:spMkLst>
        </pc:spChg>
      </pc:sldChg>
      <pc:sldChg chg="addSp modSp new mod">
        <pc:chgData name="niranjan singh" userId="604cc15c72babea9" providerId="LiveId" clId="{3FE42C3D-F15E-4215-A35A-719F372E2D06}" dt="2026-06-16T19:03:05.550" v="10445" actId="34135"/>
        <pc:sldMkLst>
          <pc:docMk/>
          <pc:sldMk cId="2555187091" sldId="265"/>
        </pc:sldMkLst>
        <pc:spChg chg="add mod">
          <ac:chgData name="niranjan singh" userId="604cc15c72babea9" providerId="LiveId" clId="{3FE42C3D-F15E-4215-A35A-719F372E2D06}" dt="2026-06-16T19:03:05.550" v="10445" actId="34135"/>
          <ac:spMkLst>
            <pc:docMk/>
            <pc:sldMk cId="2555187091" sldId="265"/>
            <ac:spMk id="3" creationId="{3366598E-5D7D-7D56-E3A2-1C7537B08D74}"/>
          </ac:spMkLst>
        </pc:spChg>
      </pc:sldChg>
      <pc:sldChg chg="addSp delSp modSp new mod">
        <pc:chgData name="niranjan singh" userId="604cc15c72babea9" providerId="LiveId" clId="{3FE42C3D-F15E-4215-A35A-719F372E2D06}" dt="2026-06-16T19:02:58.076" v="10444" actId="34135"/>
        <pc:sldMkLst>
          <pc:docMk/>
          <pc:sldMk cId="1924586481" sldId="266"/>
        </pc:sldMkLst>
        <pc:spChg chg="add mod">
          <ac:chgData name="niranjan singh" userId="604cc15c72babea9" providerId="LiveId" clId="{3FE42C3D-F15E-4215-A35A-719F372E2D06}" dt="2026-06-16T19:02:58.076" v="10444" actId="34135"/>
          <ac:spMkLst>
            <pc:docMk/>
            <pc:sldMk cId="1924586481" sldId="266"/>
            <ac:spMk id="4" creationId="{925B276C-7041-AD72-56BF-A0387DD65745}"/>
          </ac:spMkLst>
        </pc:spChg>
        <pc:graphicFrameChg chg="add del mod">
          <ac:chgData name="niranjan singh" userId="604cc15c72babea9" providerId="LiveId" clId="{3FE42C3D-F15E-4215-A35A-719F372E2D06}" dt="2026-06-16T15:32:09.971" v="6026" actId="478"/>
          <ac:graphicFrameMkLst>
            <pc:docMk/>
            <pc:sldMk cId="1924586481" sldId="266"/>
            <ac:graphicFrameMk id="2" creationId="{89BA8183-FDAE-78DA-704B-825E8EFAC1A9}"/>
          </ac:graphicFrameMkLst>
        </pc:graphicFrameChg>
      </pc:sldChg>
      <pc:sldChg chg="addSp modSp new mod">
        <pc:chgData name="niranjan singh" userId="604cc15c72babea9" providerId="LiveId" clId="{3FE42C3D-F15E-4215-A35A-719F372E2D06}" dt="2026-06-16T19:02:26.368" v="10443" actId="34135"/>
        <pc:sldMkLst>
          <pc:docMk/>
          <pc:sldMk cId="39001033" sldId="267"/>
        </pc:sldMkLst>
        <pc:spChg chg="add mod">
          <ac:chgData name="niranjan singh" userId="604cc15c72babea9" providerId="LiveId" clId="{3FE42C3D-F15E-4215-A35A-719F372E2D06}" dt="2026-06-16T19:02:21.616" v="10442" actId="34135"/>
          <ac:spMkLst>
            <pc:docMk/>
            <pc:sldMk cId="39001033" sldId="267"/>
            <ac:spMk id="3" creationId="{9E3CA16B-E2EE-5235-AACC-4A693DC4F6A5}"/>
          </ac:spMkLst>
        </pc:spChg>
        <pc:spChg chg="add mod">
          <ac:chgData name="niranjan singh" userId="604cc15c72babea9" providerId="LiveId" clId="{3FE42C3D-F15E-4215-A35A-719F372E2D06}" dt="2026-06-16T19:02:26.368" v="10443" actId="34135"/>
          <ac:spMkLst>
            <pc:docMk/>
            <pc:sldMk cId="39001033" sldId="267"/>
            <ac:spMk id="5" creationId="{135E5EFA-493A-A196-06A0-07C8DD03D08C}"/>
          </ac:spMkLst>
        </pc:spChg>
      </pc:sldChg>
      <pc:sldChg chg="addSp modSp new del mod">
        <pc:chgData name="niranjan singh" userId="604cc15c72babea9" providerId="LiveId" clId="{3FE42C3D-F15E-4215-A35A-719F372E2D06}" dt="2026-06-16T18:15:15.132" v="7106" actId="2696"/>
        <pc:sldMkLst>
          <pc:docMk/>
          <pc:sldMk cId="410815422" sldId="267"/>
        </pc:sldMkLst>
        <pc:spChg chg="add mod">
          <ac:chgData name="niranjan singh" userId="604cc15c72babea9" providerId="LiveId" clId="{3FE42C3D-F15E-4215-A35A-719F372E2D06}" dt="2026-06-16T17:53:49.286" v="7104" actId="34135"/>
          <ac:spMkLst>
            <pc:docMk/>
            <pc:sldMk cId="410815422" sldId="267"/>
            <ac:spMk id="3" creationId="{1727FB28-43F4-4488-73FA-2A4EB2011B82}"/>
          </ac:spMkLst>
        </pc:spChg>
      </pc:sldChg>
      <pc:sldChg chg="addSp modSp new del mod">
        <pc:chgData name="niranjan singh" userId="604cc15c72babea9" providerId="LiveId" clId="{3FE42C3D-F15E-4215-A35A-719F372E2D06}" dt="2026-06-16T16:52:31.062" v="7099" actId="2696"/>
        <pc:sldMkLst>
          <pc:docMk/>
          <pc:sldMk cId="1457042143" sldId="267"/>
        </pc:sldMkLst>
        <pc:spChg chg="add">
          <ac:chgData name="niranjan singh" userId="604cc15c72babea9" providerId="LiveId" clId="{3FE42C3D-F15E-4215-A35A-719F372E2D06}" dt="2026-06-16T16:11:31.335" v="7096"/>
          <ac:spMkLst>
            <pc:docMk/>
            <pc:sldMk cId="1457042143" sldId="267"/>
            <ac:spMk id="3" creationId="{A19E14B1-DB75-FB39-1ED9-8E4B95A18DFF}"/>
          </ac:spMkLst>
        </pc:spChg>
      </pc:sldChg>
      <pc:sldChg chg="addSp modSp new del mod">
        <pc:chgData name="niranjan singh" userId="604cc15c72babea9" providerId="LiveId" clId="{3FE42C3D-F15E-4215-A35A-719F372E2D06}" dt="2026-06-16T15:42:01.696" v="7093" actId="2696"/>
        <pc:sldMkLst>
          <pc:docMk/>
          <pc:sldMk cId="4109603996" sldId="267"/>
        </pc:sldMkLst>
        <pc:spChg chg="add mod">
          <ac:chgData name="niranjan singh" userId="604cc15c72babea9" providerId="LiveId" clId="{3FE42C3D-F15E-4215-A35A-719F372E2D06}" dt="2026-06-16T15:41:50.182" v="7092" actId="255"/>
          <ac:spMkLst>
            <pc:docMk/>
            <pc:sldMk cId="4109603996" sldId="267"/>
            <ac:spMk id="3" creationId="{CB054593-2232-6B5A-40D7-1FBE06D39F0F}"/>
          </ac:spMkLst>
        </pc:spChg>
      </pc:sldChg>
      <pc:sldChg chg="addSp modSp new mod">
        <pc:chgData name="niranjan singh" userId="604cc15c72babea9" providerId="LiveId" clId="{3FE42C3D-F15E-4215-A35A-719F372E2D06}" dt="2026-06-16T19:02:12.817" v="10441" actId="34135"/>
        <pc:sldMkLst>
          <pc:docMk/>
          <pc:sldMk cId="2655242278" sldId="268"/>
        </pc:sldMkLst>
        <pc:spChg chg="add mod">
          <ac:chgData name="niranjan singh" userId="604cc15c72babea9" providerId="LiveId" clId="{3FE42C3D-F15E-4215-A35A-719F372E2D06}" dt="2026-06-16T19:02:12.817" v="10441" actId="34135"/>
          <ac:spMkLst>
            <pc:docMk/>
            <pc:sldMk cId="2655242278" sldId="268"/>
            <ac:spMk id="3" creationId="{D5B16E41-7DCF-B649-7AA6-55ED5122C783}"/>
          </ac:spMkLst>
        </pc:spChg>
        <pc:spChg chg="add mod">
          <ac:chgData name="niranjan singh" userId="604cc15c72babea9" providerId="LiveId" clId="{3FE42C3D-F15E-4215-A35A-719F372E2D06}" dt="2026-06-16T19:02:08.472" v="10440" actId="34135"/>
          <ac:spMkLst>
            <pc:docMk/>
            <pc:sldMk cId="2655242278" sldId="268"/>
            <ac:spMk id="5" creationId="{E6150212-47C8-7008-F873-566E47B2B615}"/>
          </ac:spMkLst>
        </pc:spChg>
      </pc:sldChg>
      <pc:sldChg chg="addSp modSp new mod">
        <pc:chgData name="niranjan singh" userId="604cc15c72babea9" providerId="LiveId" clId="{3FE42C3D-F15E-4215-A35A-719F372E2D06}" dt="2026-06-16T19:00:55.353" v="10437" actId="34135"/>
        <pc:sldMkLst>
          <pc:docMk/>
          <pc:sldMk cId="1174373457" sldId="269"/>
        </pc:sldMkLst>
        <pc:spChg chg="add mod">
          <ac:chgData name="niranjan singh" userId="604cc15c72babea9" providerId="LiveId" clId="{3FE42C3D-F15E-4215-A35A-719F372E2D06}" dt="2026-06-16T19:00:51.757" v="10436" actId="34135"/>
          <ac:spMkLst>
            <pc:docMk/>
            <pc:sldMk cId="1174373457" sldId="269"/>
            <ac:spMk id="3" creationId="{7704C554-EB95-25A8-3940-101F2C7876F0}"/>
          </ac:spMkLst>
        </pc:spChg>
        <pc:spChg chg="add mod">
          <ac:chgData name="niranjan singh" userId="604cc15c72babea9" providerId="LiveId" clId="{3FE42C3D-F15E-4215-A35A-719F372E2D06}" dt="2026-06-16T19:00:55.353" v="10437" actId="34135"/>
          <ac:spMkLst>
            <pc:docMk/>
            <pc:sldMk cId="1174373457" sldId="269"/>
            <ac:spMk id="5" creationId="{9C40A562-E1BB-24D4-71DE-91C5D569C051}"/>
          </ac:spMkLst>
        </pc:spChg>
      </pc:sldChg>
      <pc:sldChg chg="addSp modSp new del mod">
        <pc:chgData name="niranjan singh" userId="604cc15c72babea9" providerId="LiveId" clId="{3FE42C3D-F15E-4215-A35A-719F372E2D06}" dt="2026-06-16T18:45:58.139" v="10313" actId="2696"/>
        <pc:sldMkLst>
          <pc:docMk/>
          <pc:sldMk cId="2005784143" sldId="270"/>
        </pc:sldMkLst>
        <pc:spChg chg="add">
          <ac:chgData name="niranjan singh" userId="604cc15c72babea9" providerId="LiveId" clId="{3FE42C3D-F15E-4215-A35A-719F372E2D06}" dt="2026-06-16T18:45:48.810" v="10312"/>
          <ac:spMkLst>
            <pc:docMk/>
            <pc:sldMk cId="2005784143" sldId="270"/>
            <ac:spMk id="3" creationId="{2535CC76-CBCF-C551-33BA-E0DCA45C14B4}"/>
          </ac:spMkLst>
        </pc:spChg>
      </pc:sldChg>
      <pc:sldChg chg="new del ord">
        <pc:chgData name="niranjan singh" userId="604cc15c72babea9" providerId="LiveId" clId="{3FE42C3D-F15E-4215-A35A-719F372E2D06}" dt="2026-06-16T18:56:23.401" v="10370" actId="2696"/>
        <pc:sldMkLst>
          <pc:docMk/>
          <pc:sldMk cId="2240259215" sldId="270"/>
        </pc:sldMkLst>
      </pc:sldChg>
      <pc:sldChg chg="modSp add mod ord">
        <pc:chgData name="niranjan singh" userId="604cc15c72babea9" providerId="LiveId" clId="{3FE42C3D-F15E-4215-A35A-719F372E2D06}" dt="2026-06-16T19:07:15.304" v="10474" actId="34135"/>
        <pc:sldMkLst>
          <pc:docMk/>
          <pc:sldMk cId="4093924724" sldId="271"/>
        </pc:sldMkLst>
        <pc:spChg chg="mod">
          <ac:chgData name="niranjan singh" userId="604cc15c72babea9" providerId="LiveId" clId="{3FE42C3D-F15E-4215-A35A-719F372E2D06}" dt="2026-06-16T19:07:11.448" v="10473" actId="34135"/>
          <ac:spMkLst>
            <pc:docMk/>
            <pc:sldMk cId="4093924724" sldId="271"/>
            <ac:spMk id="3" creationId="{B3D50B97-47F9-04AF-7464-613B660D2A85}"/>
          </ac:spMkLst>
        </pc:spChg>
        <pc:spChg chg="mod">
          <ac:chgData name="niranjan singh" userId="604cc15c72babea9" providerId="LiveId" clId="{3FE42C3D-F15E-4215-A35A-719F372E2D06}" dt="2026-06-16T19:07:15.304" v="10474" actId="34135"/>
          <ac:spMkLst>
            <pc:docMk/>
            <pc:sldMk cId="4093924724" sldId="271"/>
            <ac:spMk id="5" creationId="{26708AA4-4094-68D4-8861-B67D54C89BE4}"/>
          </ac:spMkLst>
        </pc:spChg>
      </pc:sldChg>
      <pc:sldChg chg="new del ord">
        <pc:chgData name="niranjan singh" userId="604cc15c72babea9" providerId="LiveId" clId="{3FE42C3D-F15E-4215-A35A-719F372E2D06}" dt="2026-06-16T18:55:04.268" v="10361" actId="2696"/>
        <pc:sldMkLst>
          <pc:docMk/>
          <pc:sldMk cId="2786841428" sldId="272"/>
        </pc:sldMkLst>
      </pc:sldChg>
      <pc:sldChg chg="delSp modSp mod ord">
        <pc:chgData name="niranjan singh" userId="604cc15c72babea9" providerId="LiveId" clId="{3FE42C3D-F15E-4215-A35A-719F372E2D06}" dt="2026-06-17T03:48:06.443" v="17065" actId="21"/>
        <pc:sldMkLst>
          <pc:docMk/>
          <pc:sldMk cId="2906678294" sldId="273"/>
        </pc:sldMkLst>
        <pc:spChg chg="mod">
          <ac:chgData name="niranjan singh" userId="604cc15c72babea9" providerId="LiveId" clId="{3FE42C3D-F15E-4215-A35A-719F372E2D06}" dt="2026-06-16T19:06:56.169" v="10471" actId="34135"/>
          <ac:spMkLst>
            <pc:docMk/>
            <pc:sldMk cId="2906678294" sldId="273"/>
            <ac:spMk id="3" creationId="{084DE7F3-DA9B-66D7-2B59-D424DC33DA6A}"/>
          </ac:spMkLst>
        </pc:spChg>
        <pc:spChg chg="mod">
          <ac:chgData name="niranjan singh" userId="604cc15c72babea9" providerId="LiveId" clId="{3FE42C3D-F15E-4215-A35A-719F372E2D06}" dt="2026-06-16T19:06:58.744" v="10472" actId="34135"/>
          <ac:spMkLst>
            <pc:docMk/>
            <pc:sldMk cId="2906678294" sldId="273"/>
            <ac:spMk id="7" creationId="{30EED7E8-7732-21C5-C104-C68632CE492D}"/>
          </ac:spMkLst>
        </pc:spChg>
        <pc:graphicFrameChg chg="del mod">
          <ac:chgData name="niranjan singh" userId="604cc15c72babea9" providerId="LiveId" clId="{3FE42C3D-F15E-4215-A35A-719F372E2D06}" dt="2026-06-17T03:48:06.443" v="17065" actId="21"/>
          <ac:graphicFrameMkLst>
            <pc:docMk/>
            <pc:sldMk cId="2906678294" sldId="273"/>
            <ac:graphicFrameMk id="9" creationId="{06DA39FD-6A64-B093-0854-0214E3D88901}"/>
          </ac:graphicFrameMkLst>
        </pc:graphicFrameChg>
      </pc:sldChg>
      <pc:sldChg chg="modSp add mod ord">
        <pc:chgData name="niranjan singh" userId="604cc15c72babea9" providerId="LiveId" clId="{3FE42C3D-F15E-4215-A35A-719F372E2D06}" dt="2026-06-16T19:06:41.821" v="10470" actId="34135"/>
        <pc:sldMkLst>
          <pc:docMk/>
          <pc:sldMk cId="889016044" sldId="274"/>
        </pc:sldMkLst>
        <pc:spChg chg="mod">
          <ac:chgData name="niranjan singh" userId="604cc15c72babea9" providerId="LiveId" clId="{3FE42C3D-F15E-4215-A35A-719F372E2D06}" dt="2026-06-16T19:06:41.821" v="10470" actId="34135"/>
          <ac:spMkLst>
            <pc:docMk/>
            <pc:sldMk cId="889016044" sldId="274"/>
            <ac:spMk id="3" creationId="{2D7BE4F1-05B9-15BA-D6FF-291AF35A6DDA}"/>
          </ac:spMkLst>
        </pc:spChg>
      </pc:sldChg>
      <pc:sldChg chg="add del ord">
        <pc:chgData name="niranjan singh" userId="604cc15c72babea9" providerId="LiveId" clId="{3FE42C3D-F15E-4215-A35A-719F372E2D06}" dt="2026-06-16T18:54:00.522" v="10356" actId="2696"/>
        <pc:sldMkLst>
          <pc:docMk/>
          <pc:sldMk cId="1341632306" sldId="275"/>
        </pc:sldMkLst>
      </pc:sldChg>
      <pc:sldChg chg="modSp add mod ord">
        <pc:chgData name="niranjan singh" userId="604cc15c72babea9" providerId="LiveId" clId="{3FE42C3D-F15E-4215-A35A-719F372E2D06}" dt="2026-06-16T19:06:14.561" v="10467" actId="34135"/>
        <pc:sldMkLst>
          <pc:docMk/>
          <pc:sldMk cId="328399721" sldId="276"/>
        </pc:sldMkLst>
        <pc:spChg chg="mod">
          <ac:chgData name="niranjan singh" userId="604cc15c72babea9" providerId="LiveId" clId="{3FE42C3D-F15E-4215-A35A-719F372E2D06}" dt="2026-06-16T19:06:10.591" v="10466" actId="34135"/>
          <ac:spMkLst>
            <pc:docMk/>
            <pc:sldMk cId="328399721" sldId="276"/>
            <ac:spMk id="3" creationId="{97B36BA6-685B-0B40-577F-3FC62D8102FE}"/>
          </ac:spMkLst>
        </pc:spChg>
        <pc:spChg chg="mod">
          <ac:chgData name="niranjan singh" userId="604cc15c72babea9" providerId="LiveId" clId="{3FE42C3D-F15E-4215-A35A-719F372E2D06}" dt="2026-06-16T19:06:14.561" v="10467" actId="34135"/>
          <ac:spMkLst>
            <pc:docMk/>
            <pc:sldMk cId="328399721" sldId="276"/>
            <ac:spMk id="5" creationId="{B4A608CA-144A-2D5E-2E74-E9A31508BD7C}"/>
          </ac:spMkLst>
        </pc:spChg>
      </pc:sldChg>
      <pc:sldChg chg="modSp add mod ord">
        <pc:chgData name="niranjan singh" userId="604cc15c72babea9" providerId="LiveId" clId="{3FE42C3D-F15E-4215-A35A-719F372E2D06}" dt="2026-06-16T19:06:01.425" v="10465" actId="34135"/>
        <pc:sldMkLst>
          <pc:docMk/>
          <pc:sldMk cId="3685419666" sldId="277"/>
        </pc:sldMkLst>
        <pc:spChg chg="mod">
          <ac:chgData name="niranjan singh" userId="604cc15c72babea9" providerId="LiveId" clId="{3FE42C3D-F15E-4215-A35A-719F372E2D06}" dt="2026-06-16T19:05:58.524" v="10464" actId="34135"/>
          <ac:spMkLst>
            <pc:docMk/>
            <pc:sldMk cId="3685419666" sldId="277"/>
            <ac:spMk id="3" creationId="{B602E1AB-8292-BBCF-CD6A-D4C1591FE6E7}"/>
          </ac:spMkLst>
        </pc:spChg>
        <pc:spChg chg="mod">
          <ac:chgData name="niranjan singh" userId="604cc15c72babea9" providerId="LiveId" clId="{3FE42C3D-F15E-4215-A35A-719F372E2D06}" dt="2026-06-16T19:06:01.425" v="10465" actId="34135"/>
          <ac:spMkLst>
            <pc:docMk/>
            <pc:sldMk cId="3685419666" sldId="277"/>
            <ac:spMk id="5" creationId="{9A0E34F2-C660-139E-A922-B9AC45AD4351}"/>
          </ac:spMkLst>
        </pc:spChg>
      </pc:sldChg>
      <pc:sldChg chg="add del ord">
        <pc:chgData name="niranjan singh" userId="604cc15c72babea9" providerId="LiveId" clId="{3FE42C3D-F15E-4215-A35A-719F372E2D06}" dt="2026-06-16T18:54:55.462" v="10360" actId="2696"/>
        <pc:sldMkLst>
          <pc:docMk/>
          <pc:sldMk cId="1979455547" sldId="278"/>
        </pc:sldMkLst>
      </pc:sldChg>
      <pc:sldChg chg="modSp add mod ord">
        <pc:chgData name="niranjan singh" userId="604cc15c72babea9" providerId="LiveId" clId="{3FE42C3D-F15E-4215-A35A-719F372E2D06}" dt="2026-06-16T19:06:34.593" v="10469" actId="34135"/>
        <pc:sldMkLst>
          <pc:docMk/>
          <pc:sldMk cId="2123678441" sldId="279"/>
        </pc:sldMkLst>
        <pc:spChg chg="mod">
          <ac:chgData name="niranjan singh" userId="604cc15c72babea9" providerId="LiveId" clId="{3FE42C3D-F15E-4215-A35A-719F372E2D06}" dt="2026-06-16T19:06:31.346" v="10468" actId="34135"/>
          <ac:spMkLst>
            <pc:docMk/>
            <pc:sldMk cId="2123678441" sldId="279"/>
            <ac:spMk id="3" creationId="{BC799FA7-E70F-FB6E-AF47-D2E782665E55}"/>
          </ac:spMkLst>
        </pc:spChg>
        <pc:spChg chg="mod">
          <ac:chgData name="niranjan singh" userId="604cc15c72babea9" providerId="LiveId" clId="{3FE42C3D-F15E-4215-A35A-719F372E2D06}" dt="2026-06-16T19:06:34.593" v="10469" actId="34135"/>
          <ac:spMkLst>
            <pc:docMk/>
            <pc:sldMk cId="2123678441" sldId="279"/>
            <ac:spMk id="5" creationId="{AC08A404-EB1E-1356-F659-5A3ADF7B264F}"/>
          </ac:spMkLst>
        </pc:spChg>
      </pc:sldChg>
      <pc:sldChg chg="modSp add mod ord">
        <pc:chgData name="niranjan singh" userId="604cc15c72babea9" providerId="LiveId" clId="{3FE42C3D-F15E-4215-A35A-719F372E2D06}" dt="2026-06-16T19:05:49.875" v="10463" actId="34135"/>
        <pc:sldMkLst>
          <pc:docMk/>
          <pc:sldMk cId="93259645" sldId="280"/>
        </pc:sldMkLst>
        <pc:spChg chg="mod">
          <ac:chgData name="niranjan singh" userId="604cc15c72babea9" providerId="LiveId" clId="{3FE42C3D-F15E-4215-A35A-719F372E2D06}" dt="2026-06-16T19:05:47.086" v="10462" actId="34135"/>
          <ac:spMkLst>
            <pc:docMk/>
            <pc:sldMk cId="93259645" sldId="280"/>
            <ac:spMk id="9" creationId="{9B11941D-338E-0DEC-1178-950784894699}"/>
          </ac:spMkLst>
        </pc:spChg>
        <pc:spChg chg="mod">
          <ac:chgData name="niranjan singh" userId="604cc15c72babea9" providerId="LiveId" clId="{3FE42C3D-F15E-4215-A35A-719F372E2D06}" dt="2026-06-16T19:05:49.875" v="10463" actId="34135"/>
          <ac:spMkLst>
            <pc:docMk/>
            <pc:sldMk cId="93259645" sldId="280"/>
            <ac:spMk id="13" creationId="{E0F20410-EB90-A9D8-F445-5D2E5D3498D6}"/>
          </ac:spMkLst>
        </pc:spChg>
      </pc:sldChg>
      <pc:sldChg chg="modSp add mod">
        <pc:chgData name="niranjan singh" userId="604cc15c72babea9" providerId="LiveId" clId="{3FE42C3D-F15E-4215-A35A-719F372E2D06}" dt="2026-06-16T19:05:35.736" v="10461" actId="34135"/>
        <pc:sldMkLst>
          <pc:docMk/>
          <pc:sldMk cId="1316839362" sldId="281"/>
        </pc:sldMkLst>
        <pc:spChg chg="mod">
          <ac:chgData name="niranjan singh" userId="604cc15c72babea9" providerId="LiveId" clId="{3FE42C3D-F15E-4215-A35A-719F372E2D06}" dt="2026-06-16T19:05:35.736" v="10461" actId="34135"/>
          <ac:spMkLst>
            <pc:docMk/>
            <pc:sldMk cId="1316839362" sldId="281"/>
            <ac:spMk id="3" creationId="{9F7C37A0-B64B-706A-4458-BA42E92CE173}"/>
          </ac:spMkLst>
        </pc:spChg>
        <pc:spChg chg="mod">
          <ac:chgData name="niranjan singh" userId="604cc15c72babea9" providerId="LiveId" clId="{3FE42C3D-F15E-4215-A35A-719F372E2D06}" dt="2026-06-16T19:04:50.528" v="10456" actId="34135"/>
          <ac:spMkLst>
            <pc:docMk/>
            <pc:sldMk cId="1316839362" sldId="281"/>
            <ac:spMk id="5" creationId="{72B7B8E6-C047-8A2D-95A3-E18D2527418C}"/>
          </ac:spMkLst>
        </pc:spChg>
      </pc:sldChg>
      <pc:sldChg chg="addSp modSp new mod ord">
        <pc:chgData name="niranjan singh" userId="604cc15c72babea9" providerId="LiveId" clId="{3FE42C3D-F15E-4215-A35A-719F372E2D06}" dt="2026-06-16T19:20:43.041" v="12175" actId="34135"/>
        <pc:sldMkLst>
          <pc:docMk/>
          <pc:sldMk cId="1783242831" sldId="282"/>
        </pc:sldMkLst>
        <pc:spChg chg="add mod">
          <ac:chgData name="niranjan singh" userId="604cc15c72babea9" providerId="LiveId" clId="{3FE42C3D-F15E-4215-A35A-719F372E2D06}" dt="2026-06-16T19:19:52.266" v="12130" actId="34135"/>
          <ac:spMkLst>
            <pc:docMk/>
            <pc:sldMk cId="1783242831" sldId="282"/>
            <ac:spMk id="3" creationId="{13627A83-3195-96C0-85D7-801ED3F4276E}"/>
          </ac:spMkLst>
        </pc:spChg>
        <pc:spChg chg="add mod">
          <ac:chgData name="niranjan singh" userId="604cc15c72babea9" providerId="LiveId" clId="{3FE42C3D-F15E-4215-A35A-719F372E2D06}" dt="2026-06-16T19:20:43.041" v="12175" actId="34135"/>
          <ac:spMkLst>
            <pc:docMk/>
            <pc:sldMk cId="1783242831" sldId="282"/>
            <ac:spMk id="5" creationId="{C753A9B4-5979-C7B5-72F0-902446B7C551}"/>
          </ac:spMkLst>
        </pc:spChg>
      </pc:sldChg>
      <pc:sldChg chg="addSp modSp new del mod ord">
        <pc:chgData name="niranjan singh" userId="604cc15c72babea9" providerId="LiveId" clId="{3FE42C3D-F15E-4215-A35A-719F372E2D06}" dt="2026-06-16T19:13:01.656" v="10664" actId="2696"/>
        <pc:sldMkLst>
          <pc:docMk/>
          <pc:sldMk cId="3809148974" sldId="282"/>
        </pc:sldMkLst>
        <pc:spChg chg="add mod">
          <ac:chgData name="niranjan singh" userId="604cc15c72babea9" providerId="LiveId" clId="{3FE42C3D-F15E-4215-A35A-719F372E2D06}" dt="2026-06-16T19:12:53.335" v="10663" actId="20577"/>
          <ac:spMkLst>
            <pc:docMk/>
            <pc:sldMk cId="3809148974" sldId="282"/>
            <ac:spMk id="3" creationId="{BD9BFC37-AC05-DD2C-CC3A-A944945C1F05}"/>
          </ac:spMkLst>
        </pc:spChg>
      </pc:sldChg>
      <pc:sldChg chg="addSp modSp new mod">
        <pc:chgData name="niranjan singh" userId="604cc15c72babea9" providerId="LiveId" clId="{3FE42C3D-F15E-4215-A35A-719F372E2D06}" dt="2026-06-16T19:27:37.628" v="12677" actId="34135"/>
        <pc:sldMkLst>
          <pc:docMk/>
          <pc:sldMk cId="397932612" sldId="283"/>
        </pc:sldMkLst>
        <pc:spChg chg="add mod">
          <ac:chgData name="niranjan singh" userId="604cc15c72babea9" providerId="LiveId" clId="{3FE42C3D-F15E-4215-A35A-719F372E2D06}" dt="2026-06-16T19:25:13.251" v="12671" actId="34135"/>
          <ac:spMkLst>
            <pc:docMk/>
            <pc:sldMk cId="397932612" sldId="283"/>
            <ac:spMk id="3" creationId="{08FA8391-88D8-FC1A-89DE-4D394C507C3A}"/>
          </ac:spMkLst>
        </pc:spChg>
        <pc:spChg chg="add mod">
          <ac:chgData name="niranjan singh" userId="604cc15c72babea9" providerId="LiveId" clId="{3FE42C3D-F15E-4215-A35A-719F372E2D06}" dt="2026-06-16T19:25:37.580" v="12674" actId="34135"/>
          <ac:spMkLst>
            <pc:docMk/>
            <pc:sldMk cId="397932612" sldId="283"/>
            <ac:spMk id="5" creationId="{FF2B1A80-8695-5D60-2394-336A30B94198}"/>
          </ac:spMkLst>
        </pc:spChg>
        <pc:spChg chg="add mod">
          <ac:chgData name="niranjan singh" userId="604cc15c72babea9" providerId="LiveId" clId="{3FE42C3D-F15E-4215-A35A-719F372E2D06}" dt="2026-06-16T19:27:37.628" v="12677" actId="34135"/>
          <ac:spMkLst>
            <pc:docMk/>
            <pc:sldMk cId="397932612" sldId="283"/>
            <ac:spMk id="7" creationId="{2DA16CBF-7785-20BD-A0FD-07433DA563C0}"/>
          </ac:spMkLst>
        </pc:spChg>
      </pc:sldChg>
      <pc:sldChg chg="addSp modSp new mod">
        <pc:chgData name="niranjan singh" userId="604cc15c72babea9" providerId="LiveId" clId="{3FE42C3D-F15E-4215-A35A-719F372E2D06}" dt="2026-06-16T19:36:15.482" v="13375" actId="34135"/>
        <pc:sldMkLst>
          <pc:docMk/>
          <pc:sldMk cId="2798977324" sldId="284"/>
        </pc:sldMkLst>
        <pc:spChg chg="add mod">
          <ac:chgData name="niranjan singh" userId="604cc15c72babea9" providerId="LiveId" clId="{3FE42C3D-F15E-4215-A35A-719F372E2D06}" dt="2026-06-16T19:36:01.017" v="13373" actId="20577"/>
          <ac:spMkLst>
            <pc:docMk/>
            <pc:sldMk cId="2798977324" sldId="284"/>
            <ac:spMk id="3" creationId="{9028E027-D3B0-E00F-BD21-76496A9101B2}"/>
          </ac:spMkLst>
        </pc:spChg>
        <pc:spChg chg="add mod">
          <ac:chgData name="niranjan singh" userId="604cc15c72babea9" providerId="LiveId" clId="{3FE42C3D-F15E-4215-A35A-719F372E2D06}" dt="2026-06-16T19:36:11.176" v="13374" actId="34135"/>
          <ac:spMkLst>
            <pc:docMk/>
            <pc:sldMk cId="2798977324" sldId="284"/>
            <ac:spMk id="5" creationId="{D3584DD6-05FE-5C8F-489B-1BFB02D86673}"/>
          </ac:spMkLst>
        </pc:spChg>
        <pc:spChg chg="add mod">
          <ac:chgData name="niranjan singh" userId="604cc15c72babea9" providerId="LiveId" clId="{3FE42C3D-F15E-4215-A35A-719F372E2D06}" dt="2026-06-16T19:36:15.482" v="13375" actId="34135"/>
          <ac:spMkLst>
            <pc:docMk/>
            <pc:sldMk cId="2798977324" sldId="284"/>
            <ac:spMk id="7" creationId="{BEDAAC9C-0441-A8D3-AD52-C80207036BDC}"/>
          </ac:spMkLst>
        </pc:spChg>
      </pc:sldChg>
      <pc:sldChg chg="addSp modSp new mod">
        <pc:chgData name="niranjan singh" userId="604cc15c72babea9" providerId="LiveId" clId="{3FE42C3D-F15E-4215-A35A-719F372E2D06}" dt="2026-06-16T19:58:14.265" v="14215" actId="34135"/>
        <pc:sldMkLst>
          <pc:docMk/>
          <pc:sldMk cId="1714916400" sldId="285"/>
        </pc:sldMkLst>
        <pc:spChg chg="add mod">
          <ac:chgData name="niranjan singh" userId="604cc15c72babea9" providerId="LiveId" clId="{3FE42C3D-F15E-4215-A35A-719F372E2D06}" dt="2026-06-16T19:39:09.123" v="13404" actId="1076"/>
          <ac:spMkLst>
            <pc:docMk/>
            <pc:sldMk cId="1714916400" sldId="285"/>
            <ac:spMk id="3" creationId="{221BFBE9-3749-C2DC-AE5F-A5C153B65E29}"/>
          </ac:spMkLst>
        </pc:spChg>
        <pc:spChg chg="add mod">
          <ac:chgData name="niranjan singh" userId="604cc15c72babea9" providerId="LiveId" clId="{3FE42C3D-F15E-4215-A35A-719F372E2D06}" dt="2026-06-16T19:38:42.524" v="13403" actId="20577"/>
          <ac:spMkLst>
            <pc:docMk/>
            <pc:sldMk cId="1714916400" sldId="285"/>
            <ac:spMk id="5" creationId="{9FB70A33-D426-66B3-8798-2FE11F70C451}"/>
          </ac:spMkLst>
        </pc:spChg>
        <pc:spChg chg="add mod">
          <ac:chgData name="niranjan singh" userId="604cc15c72babea9" providerId="LiveId" clId="{3FE42C3D-F15E-4215-A35A-719F372E2D06}" dt="2026-06-16T19:58:08.961" v="14214" actId="255"/>
          <ac:spMkLst>
            <pc:docMk/>
            <pc:sldMk cId="1714916400" sldId="285"/>
            <ac:spMk id="7" creationId="{8B053405-CFBF-6A20-43E4-E38E606E6183}"/>
          </ac:spMkLst>
        </pc:spChg>
        <pc:spChg chg="add mod">
          <ac:chgData name="niranjan singh" userId="604cc15c72babea9" providerId="LiveId" clId="{3FE42C3D-F15E-4215-A35A-719F372E2D06}" dt="2026-06-16T19:41:09.795" v="13408" actId="1076"/>
          <ac:spMkLst>
            <pc:docMk/>
            <pc:sldMk cId="1714916400" sldId="285"/>
            <ac:spMk id="9" creationId="{1F9582E6-5C15-EA2B-893F-4EBAFA928933}"/>
          </ac:spMkLst>
        </pc:spChg>
        <pc:spChg chg="add mod">
          <ac:chgData name="niranjan singh" userId="604cc15c72babea9" providerId="LiveId" clId="{3FE42C3D-F15E-4215-A35A-719F372E2D06}" dt="2026-06-16T19:58:14.265" v="14215" actId="34135"/>
          <ac:spMkLst>
            <pc:docMk/>
            <pc:sldMk cId="1714916400" sldId="285"/>
            <ac:spMk id="11" creationId="{38D96C63-8198-2BE9-E1A1-D5735AC8B25D}"/>
          </ac:spMkLst>
        </pc:spChg>
        <pc:spChg chg="add mod">
          <ac:chgData name="niranjan singh" userId="604cc15c72babea9" providerId="LiveId" clId="{3FE42C3D-F15E-4215-A35A-719F372E2D06}" dt="2026-06-16T19:56:20.212" v="14207" actId="34135"/>
          <ac:spMkLst>
            <pc:docMk/>
            <pc:sldMk cId="1714916400" sldId="285"/>
            <ac:spMk id="13" creationId="{67DB04C7-6B1D-7E3B-9409-2905E763A1F3}"/>
          </ac:spMkLst>
        </pc:spChg>
      </pc:sldChg>
      <pc:sldChg chg="addSp delSp modSp new mod ord">
        <pc:chgData name="niranjan singh" userId="604cc15c72babea9" providerId="LiveId" clId="{3FE42C3D-F15E-4215-A35A-719F372E2D06}" dt="2026-06-16T20:04:50.208" v="15366" actId="34135"/>
        <pc:sldMkLst>
          <pc:docMk/>
          <pc:sldMk cId="2020867354" sldId="286"/>
        </pc:sldMkLst>
        <pc:spChg chg="add del mod">
          <ac:chgData name="niranjan singh" userId="604cc15c72babea9" providerId="LiveId" clId="{3FE42C3D-F15E-4215-A35A-719F372E2D06}" dt="2026-06-16T20:00:44.849" v="14219" actId="21"/>
          <ac:spMkLst>
            <pc:docMk/>
            <pc:sldMk cId="2020867354" sldId="286"/>
            <ac:spMk id="3" creationId="{E92F2649-F248-CC34-0D10-3F3C2DD24528}"/>
          </ac:spMkLst>
        </pc:spChg>
        <pc:spChg chg="add del mod">
          <ac:chgData name="niranjan singh" userId="604cc15c72babea9" providerId="LiveId" clId="{3FE42C3D-F15E-4215-A35A-719F372E2D06}" dt="2026-06-16T20:00:57.585" v="14221" actId="21"/>
          <ac:spMkLst>
            <pc:docMk/>
            <pc:sldMk cId="2020867354" sldId="286"/>
            <ac:spMk id="4" creationId="{E92F2649-F248-CC34-0D10-3F3C2DD24528}"/>
          </ac:spMkLst>
        </pc:spChg>
        <pc:spChg chg="add del mod">
          <ac:chgData name="niranjan singh" userId="604cc15c72babea9" providerId="LiveId" clId="{3FE42C3D-F15E-4215-A35A-719F372E2D06}" dt="2026-06-16T20:01:03.705" v="14223" actId="21"/>
          <ac:spMkLst>
            <pc:docMk/>
            <pc:sldMk cId="2020867354" sldId="286"/>
            <ac:spMk id="5" creationId="{E92F2649-F248-CC34-0D10-3F3C2DD24528}"/>
          </ac:spMkLst>
        </pc:spChg>
        <pc:spChg chg="add mod">
          <ac:chgData name="niranjan singh" userId="604cc15c72babea9" providerId="LiveId" clId="{3FE42C3D-F15E-4215-A35A-719F372E2D06}" dt="2026-06-16T20:04:50.208" v="15366" actId="34135"/>
          <ac:spMkLst>
            <pc:docMk/>
            <pc:sldMk cId="2020867354" sldId="286"/>
            <ac:spMk id="7" creationId="{D889E580-5495-8DC9-43C7-B571C3EEE353}"/>
          </ac:spMkLst>
        </pc:spChg>
      </pc:sldChg>
      <pc:sldChg chg="addSp delSp modSp new mod">
        <pc:chgData name="niranjan singh" userId="604cc15c72babea9" providerId="LiveId" clId="{3FE42C3D-F15E-4215-A35A-719F372E2D06}" dt="2026-06-17T03:21:38.605" v="16919" actId="1076"/>
        <pc:sldMkLst>
          <pc:docMk/>
          <pc:sldMk cId="4222072814" sldId="287"/>
        </pc:sldMkLst>
        <pc:spChg chg="add mod">
          <ac:chgData name="niranjan singh" userId="604cc15c72babea9" providerId="LiveId" clId="{3FE42C3D-F15E-4215-A35A-719F372E2D06}" dt="2026-06-17T03:18:04.851" v="16907" actId="34135"/>
          <ac:spMkLst>
            <pc:docMk/>
            <pc:sldMk cId="4222072814" sldId="287"/>
            <ac:spMk id="3" creationId="{0CE839F1-04DA-155C-03D9-2E5CDE9518BB}"/>
          </ac:spMkLst>
        </pc:spChg>
        <pc:spChg chg="add mod">
          <ac:chgData name="niranjan singh" userId="604cc15c72babea9" providerId="LiveId" clId="{3FE42C3D-F15E-4215-A35A-719F372E2D06}" dt="2026-06-17T03:19:55.178" v="16915" actId="34135"/>
          <ac:spMkLst>
            <pc:docMk/>
            <pc:sldMk cId="4222072814" sldId="287"/>
            <ac:spMk id="4" creationId="{592F52CB-E78A-F7F5-E258-EC727C136EE2}"/>
          </ac:spMkLst>
        </pc:spChg>
        <pc:spChg chg="add mod">
          <ac:chgData name="niranjan singh" userId="604cc15c72babea9" providerId="LiveId" clId="{3FE42C3D-F15E-4215-A35A-719F372E2D06}" dt="2026-06-17T03:18:26.802" v="16910" actId="34135"/>
          <ac:spMkLst>
            <pc:docMk/>
            <pc:sldMk cId="4222072814" sldId="287"/>
            <ac:spMk id="5" creationId="{91A85890-52F0-9393-952E-B803DBAD72B3}"/>
          </ac:spMkLst>
        </pc:spChg>
        <pc:spChg chg="add mod">
          <ac:chgData name="niranjan singh" userId="604cc15c72babea9" providerId="LiveId" clId="{3FE42C3D-F15E-4215-A35A-719F372E2D06}" dt="2026-06-17T03:21:38.605" v="16919" actId="1076"/>
          <ac:spMkLst>
            <pc:docMk/>
            <pc:sldMk cId="4222072814" sldId="287"/>
            <ac:spMk id="7" creationId="{1BD44C80-D5DE-21B4-5958-9817D8E78017}"/>
          </ac:spMkLst>
        </pc:spChg>
        <pc:spChg chg="add del">
          <ac:chgData name="niranjan singh" userId="604cc15c72babea9" providerId="LiveId" clId="{3FE42C3D-F15E-4215-A35A-719F372E2D06}" dt="2026-06-16T20:10:30.046" v="16410" actId="21"/>
          <ac:spMkLst>
            <pc:docMk/>
            <pc:sldMk cId="4222072814" sldId="287"/>
            <ac:spMk id="7" creationId="{A0FCF1F1-ECE8-90B1-D59A-257023D50613}"/>
          </ac:spMkLst>
        </pc:spChg>
        <pc:spChg chg="add del mod">
          <ac:chgData name="niranjan singh" userId="604cc15c72babea9" providerId="LiveId" clId="{3FE42C3D-F15E-4215-A35A-719F372E2D06}" dt="2026-06-16T20:11:44.941" v="16487" actId="21"/>
          <ac:spMkLst>
            <pc:docMk/>
            <pc:sldMk cId="4222072814" sldId="287"/>
            <ac:spMk id="9" creationId="{9D005432-574F-5C68-4A26-FBDE00C345A6}"/>
          </ac:spMkLst>
        </pc:spChg>
        <pc:spChg chg="add mod">
          <ac:chgData name="niranjan singh" userId="604cc15c72babea9" providerId="LiveId" clId="{3FE42C3D-F15E-4215-A35A-719F372E2D06}" dt="2026-06-17T03:19:58.191" v="16916" actId="34135"/>
          <ac:spMkLst>
            <pc:docMk/>
            <pc:sldMk cId="4222072814" sldId="287"/>
            <ac:spMk id="10" creationId="{9D005432-574F-5C68-4A26-FBDE00C345A6}"/>
          </ac:spMkLst>
        </pc:spChg>
      </pc:sldChg>
      <pc:sldChg chg="addSp modSp new del mod">
        <pc:chgData name="niranjan singh" userId="604cc15c72babea9" providerId="LiveId" clId="{3FE42C3D-F15E-4215-A35A-719F372E2D06}" dt="2026-06-17T03:20:04.421" v="16917" actId="2696"/>
        <pc:sldMkLst>
          <pc:docMk/>
          <pc:sldMk cId="3058478678" sldId="288"/>
        </pc:sldMkLst>
        <pc:spChg chg="add mod">
          <ac:chgData name="niranjan singh" userId="604cc15c72babea9" providerId="LiveId" clId="{3FE42C3D-F15E-4215-A35A-719F372E2D06}" dt="2026-06-17T03:16:57.708" v="16852" actId="34135"/>
          <ac:spMkLst>
            <pc:docMk/>
            <pc:sldMk cId="3058478678" sldId="288"/>
            <ac:spMk id="3" creationId="{4A1591E9-5841-2DD3-0B8F-FCF8EE29DA5F}"/>
          </ac:spMkLst>
        </pc:spChg>
        <pc:spChg chg="add mod">
          <ac:chgData name="niranjan singh" userId="604cc15c72babea9" providerId="LiveId" clId="{3FE42C3D-F15E-4215-A35A-719F372E2D06}" dt="2026-06-17T03:17:26.090" v="16904" actId="20577"/>
          <ac:spMkLst>
            <pc:docMk/>
            <pc:sldMk cId="3058478678" sldId="288"/>
            <ac:spMk id="5" creationId="{F3F0291B-3CE5-C4BD-D380-4B121DD29E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5232" y="2409443"/>
            <a:ext cx="10259299" cy="5125602"/>
          </a:xfrm>
        </p:spPr>
        <p:txBody>
          <a:bodyPr anchor="b"/>
          <a:lstStyle>
            <a:lvl1pPr algn="ctr">
              <a:defRPr sz="7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8721" y="7732709"/>
            <a:ext cx="9052322" cy="3554522"/>
          </a:xfrm>
        </p:spPr>
        <p:txBody>
          <a:bodyPr/>
          <a:lstStyle>
            <a:lvl1pPr marL="0" indent="0" algn="ctr">
              <a:buNone/>
              <a:defRPr sz="3168"/>
            </a:lvl1pPr>
            <a:lvl2pPr marL="603504" indent="0" algn="ctr">
              <a:buNone/>
              <a:defRPr sz="2640"/>
            </a:lvl2pPr>
            <a:lvl3pPr marL="1207008" indent="0" algn="ctr">
              <a:buNone/>
              <a:defRPr sz="2376"/>
            </a:lvl3pPr>
            <a:lvl4pPr marL="1810512" indent="0" algn="ctr">
              <a:buNone/>
              <a:defRPr sz="2112"/>
            </a:lvl4pPr>
            <a:lvl5pPr marL="2414016" indent="0" algn="ctr">
              <a:buNone/>
              <a:defRPr sz="2112"/>
            </a:lvl5pPr>
            <a:lvl6pPr marL="3017520" indent="0" algn="ctr">
              <a:buNone/>
              <a:defRPr sz="2112"/>
            </a:lvl6pPr>
            <a:lvl7pPr marL="3621024" indent="0" algn="ctr">
              <a:buNone/>
              <a:defRPr sz="2112"/>
            </a:lvl7pPr>
            <a:lvl8pPr marL="4224528" indent="0" algn="ctr">
              <a:buNone/>
              <a:defRPr sz="2112"/>
            </a:lvl8pPr>
            <a:lvl9pPr marL="4828032" indent="0" algn="ctr">
              <a:buNone/>
              <a:defRPr sz="211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2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0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3510" y="3670399"/>
            <a:ext cx="10410171" cy="6124140"/>
          </a:xfrm>
        </p:spPr>
        <p:txBody>
          <a:bodyPr anchor="b"/>
          <a:lstStyle>
            <a:lvl1pPr>
              <a:defRPr sz="792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3510" y="9852476"/>
            <a:ext cx="10410171" cy="3220540"/>
          </a:xfrm>
        </p:spPr>
        <p:txBody>
          <a:bodyPr/>
          <a:lstStyle>
            <a:lvl1pPr marL="0" indent="0">
              <a:buNone/>
              <a:defRPr sz="3168">
                <a:solidFill>
                  <a:schemeClr val="tx1">
                    <a:tint val="82000"/>
                  </a:schemeClr>
                </a:solidFill>
              </a:defRPr>
            </a:lvl1pPr>
            <a:lvl2pPr marL="603504" indent="0">
              <a:buNone/>
              <a:defRPr sz="2640">
                <a:solidFill>
                  <a:schemeClr val="tx1">
                    <a:tint val="82000"/>
                  </a:schemeClr>
                </a:solidFill>
              </a:defRPr>
            </a:lvl2pPr>
            <a:lvl3pPr marL="1207008" indent="0">
              <a:buNone/>
              <a:defRPr sz="2376">
                <a:solidFill>
                  <a:schemeClr val="tx1">
                    <a:tint val="82000"/>
                  </a:schemeClr>
                </a:solidFill>
              </a:defRPr>
            </a:lvl3pPr>
            <a:lvl4pPr marL="1810512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4pPr>
            <a:lvl5pPr marL="2414016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5pPr>
            <a:lvl6pPr marL="3017520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6pPr>
            <a:lvl7pPr marL="3621024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7pPr>
            <a:lvl8pPr marL="4224528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8pPr>
            <a:lvl9pPr marL="4828032" indent="0">
              <a:buNone/>
              <a:defRPr sz="211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21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9796" y="3919177"/>
            <a:ext cx="5129649" cy="934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10318" y="3919177"/>
            <a:ext cx="5129649" cy="9341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030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368" y="783839"/>
            <a:ext cx="10410171" cy="284566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369" y="3609052"/>
            <a:ext cx="5106075" cy="1768741"/>
          </a:xfrm>
        </p:spPr>
        <p:txBody>
          <a:bodyPr anchor="b"/>
          <a:lstStyle>
            <a:lvl1pPr marL="0" indent="0">
              <a:buNone/>
              <a:defRPr sz="3168" b="1"/>
            </a:lvl1pPr>
            <a:lvl2pPr marL="603504" indent="0">
              <a:buNone/>
              <a:defRPr sz="2640" b="1"/>
            </a:lvl2pPr>
            <a:lvl3pPr marL="1207008" indent="0">
              <a:buNone/>
              <a:defRPr sz="2376" b="1"/>
            </a:lvl3pPr>
            <a:lvl4pPr marL="1810512" indent="0">
              <a:buNone/>
              <a:defRPr sz="2112" b="1"/>
            </a:lvl4pPr>
            <a:lvl5pPr marL="2414016" indent="0">
              <a:buNone/>
              <a:defRPr sz="2112" b="1"/>
            </a:lvl5pPr>
            <a:lvl6pPr marL="3017520" indent="0">
              <a:buNone/>
              <a:defRPr sz="2112" b="1"/>
            </a:lvl6pPr>
            <a:lvl7pPr marL="3621024" indent="0">
              <a:buNone/>
              <a:defRPr sz="2112" b="1"/>
            </a:lvl7pPr>
            <a:lvl8pPr marL="4224528" indent="0">
              <a:buNone/>
              <a:defRPr sz="2112" b="1"/>
            </a:lvl8pPr>
            <a:lvl9pPr marL="4828032" indent="0">
              <a:buNone/>
              <a:defRPr sz="21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369" y="5377793"/>
            <a:ext cx="5106075" cy="79099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10318" y="3609052"/>
            <a:ext cx="5131221" cy="1768741"/>
          </a:xfrm>
        </p:spPr>
        <p:txBody>
          <a:bodyPr anchor="b"/>
          <a:lstStyle>
            <a:lvl1pPr marL="0" indent="0">
              <a:buNone/>
              <a:defRPr sz="3168" b="1"/>
            </a:lvl1pPr>
            <a:lvl2pPr marL="603504" indent="0">
              <a:buNone/>
              <a:defRPr sz="2640" b="1"/>
            </a:lvl2pPr>
            <a:lvl3pPr marL="1207008" indent="0">
              <a:buNone/>
              <a:defRPr sz="2376" b="1"/>
            </a:lvl3pPr>
            <a:lvl4pPr marL="1810512" indent="0">
              <a:buNone/>
              <a:defRPr sz="2112" b="1"/>
            </a:lvl4pPr>
            <a:lvl5pPr marL="2414016" indent="0">
              <a:buNone/>
              <a:defRPr sz="2112" b="1"/>
            </a:lvl5pPr>
            <a:lvl6pPr marL="3017520" indent="0">
              <a:buNone/>
              <a:defRPr sz="2112" b="1"/>
            </a:lvl6pPr>
            <a:lvl7pPr marL="3621024" indent="0">
              <a:buNone/>
              <a:defRPr sz="2112" b="1"/>
            </a:lvl7pPr>
            <a:lvl8pPr marL="4224528" indent="0">
              <a:buNone/>
              <a:defRPr sz="2112" b="1"/>
            </a:lvl8pPr>
            <a:lvl9pPr marL="4828032" indent="0">
              <a:buNone/>
              <a:defRPr sz="211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10318" y="5377793"/>
            <a:ext cx="5131221" cy="79099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12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1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45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368" y="981498"/>
            <a:ext cx="3892813" cy="3435244"/>
          </a:xfrm>
        </p:spPr>
        <p:txBody>
          <a:bodyPr anchor="b"/>
          <a:lstStyle>
            <a:lvl1pPr>
              <a:defRPr sz="42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221" y="2119767"/>
            <a:ext cx="6110318" cy="10462500"/>
          </a:xfrm>
        </p:spPr>
        <p:txBody>
          <a:bodyPr/>
          <a:lstStyle>
            <a:lvl1pPr>
              <a:defRPr sz="4224"/>
            </a:lvl1pPr>
            <a:lvl2pPr>
              <a:defRPr sz="3696"/>
            </a:lvl2pPr>
            <a:lvl3pPr>
              <a:defRPr sz="3168"/>
            </a:lvl3pPr>
            <a:lvl4pPr>
              <a:defRPr sz="2640"/>
            </a:lvl4pPr>
            <a:lvl5pPr>
              <a:defRPr sz="2640"/>
            </a:lvl5pPr>
            <a:lvl6pPr>
              <a:defRPr sz="2640"/>
            </a:lvl6pPr>
            <a:lvl7pPr>
              <a:defRPr sz="2640"/>
            </a:lvl7pPr>
            <a:lvl8pPr>
              <a:defRPr sz="2640"/>
            </a:lvl8pPr>
            <a:lvl9pPr>
              <a:defRPr sz="26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368" y="4416742"/>
            <a:ext cx="3892813" cy="8182562"/>
          </a:xfrm>
        </p:spPr>
        <p:txBody>
          <a:bodyPr/>
          <a:lstStyle>
            <a:lvl1pPr marL="0" indent="0">
              <a:buNone/>
              <a:defRPr sz="2112"/>
            </a:lvl1pPr>
            <a:lvl2pPr marL="603504" indent="0">
              <a:buNone/>
              <a:defRPr sz="1848"/>
            </a:lvl2pPr>
            <a:lvl3pPr marL="1207008" indent="0">
              <a:buNone/>
              <a:defRPr sz="1584"/>
            </a:lvl3pPr>
            <a:lvl4pPr marL="1810512" indent="0">
              <a:buNone/>
              <a:defRPr sz="1320"/>
            </a:lvl4pPr>
            <a:lvl5pPr marL="2414016" indent="0">
              <a:buNone/>
              <a:defRPr sz="1320"/>
            </a:lvl5pPr>
            <a:lvl6pPr marL="3017520" indent="0">
              <a:buNone/>
              <a:defRPr sz="1320"/>
            </a:lvl6pPr>
            <a:lvl7pPr marL="3621024" indent="0">
              <a:buNone/>
              <a:defRPr sz="1320"/>
            </a:lvl7pPr>
            <a:lvl8pPr marL="4224528" indent="0">
              <a:buNone/>
              <a:defRPr sz="1320"/>
            </a:lvl8pPr>
            <a:lvl9pPr marL="4828032" indent="0">
              <a:buNone/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41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368" y="981498"/>
            <a:ext cx="3892813" cy="3435244"/>
          </a:xfrm>
        </p:spPr>
        <p:txBody>
          <a:bodyPr anchor="b"/>
          <a:lstStyle>
            <a:lvl1pPr>
              <a:defRPr sz="4224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31221" y="2119767"/>
            <a:ext cx="6110318" cy="10462500"/>
          </a:xfrm>
        </p:spPr>
        <p:txBody>
          <a:bodyPr anchor="t"/>
          <a:lstStyle>
            <a:lvl1pPr marL="0" indent="0">
              <a:buNone/>
              <a:defRPr sz="4224"/>
            </a:lvl1pPr>
            <a:lvl2pPr marL="603504" indent="0">
              <a:buNone/>
              <a:defRPr sz="3696"/>
            </a:lvl2pPr>
            <a:lvl3pPr marL="1207008" indent="0">
              <a:buNone/>
              <a:defRPr sz="3168"/>
            </a:lvl3pPr>
            <a:lvl4pPr marL="1810512" indent="0">
              <a:buNone/>
              <a:defRPr sz="2640"/>
            </a:lvl4pPr>
            <a:lvl5pPr marL="2414016" indent="0">
              <a:buNone/>
              <a:defRPr sz="2640"/>
            </a:lvl5pPr>
            <a:lvl6pPr marL="3017520" indent="0">
              <a:buNone/>
              <a:defRPr sz="2640"/>
            </a:lvl6pPr>
            <a:lvl7pPr marL="3621024" indent="0">
              <a:buNone/>
              <a:defRPr sz="2640"/>
            </a:lvl7pPr>
            <a:lvl8pPr marL="4224528" indent="0">
              <a:buNone/>
              <a:defRPr sz="2640"/>
            </a:lvl8pPr>
            <a:lvl9pPr marL="4828032" indent="0">
              <a:buNone/>
              <a:defRPr sz="264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1368" y="4416742"/>
            <a:ext cx="3892813" cy="8182562"/>
          </a:xfrm>
        </p:spPr>
        <p:txBody>
          <a:bodyPr/>
          <a:lstStyle>
            <a:lvl1pPr marL="0" indent="0">
              <a:buNone/>
              <a:defRPr sz="2112"/>
            </a:lvl1pPr>
            <a:lvl2pPr marL="603504" indent="0">
              <a:buNone/>
              <a:defRPr sz="1848"/>
            </a:lvl2pPr>
            <a:lvl3pPr marL="1207008" indent="0">
              <a:buNone/>
              <a:defRPr sz="1584"/>
            </a:lvl3pPr>
            <a:lvl4pPr marL="1810512" indent="0">
              <a:buNone/>
              <a:defRPr sz="1320"/>
            </a:lvl4pPr>
            <a:lvl5pPr marL="2414016" indent="0">
              <a:buNone/>
              <a:defRPr sz="1320"/>
            </a:lvl5pPr>
            <a:lvl6pPr marL="3017520" indent="0">
              <a:buNone/>
              <a:defRPr sz="1320"/>
            </a:lvl6pPr>
            <a:lvl7pPr marL="3621024" indent="0">
              <a:buNone/>
              <a:defRPr sz="1320"/>
            </a:lvl7pPr>
            <a:lvl8pPr marL="4224528" indent="0">
              <a:buNone/>
              <a:defRPr sz="1320"/>
            </a:lvl8pPr>
            <a:lvl9pPr marL="4828032" indent="0">
              <a:buNone/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19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00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37425" y="783835"/>
            <a:ext cx="2602543" cy="124766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29797" y="783835"/>
            <a:ext cx="7656756" cy="124766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31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9796" y="783839"/>
            <a:ext cx="10410171" cy="2845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9796" y="3919177"/>
            <a:ext cx="10410171" cy="9341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9796" y="13645557"/>
            <a:ext cx="2715697" cy="783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E5BD2-5EF3-49C8-BC44-C3201F814E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98109" y="13645557"/>
            <a:ext cx="4073545" cy="783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24270" y="13645557"/>
            <a:ext cx="2715697" cy="7838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8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0390D3-78DC-4948-8331-74801D2AA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14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1207008" rtl="0" eaLnBrk="1" latinLnBrk="0" hangingPunct="1">
        <a:lnSpc>
          <a:spcPct val="90000"/>
        </a:lnSpc>
        <a:spcBef>
          <a:spcPct val="0"/>
        </a:spcBef>
        <a:buNone/>
        <a:defRPr sz="580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1752" indent="-301752" algn="l" defTabSz="1207008" rtl="0" eaLnBrk="1" latinLnBrk="0" hangingPunct="1">
        <a:lnSpc>
          <a:spcPct val="90000"/>
        </a:lnSpc>
        <a:spcBef>
          <a:spcPts val="1320"/>
        </a:spcBef>
        <a:buFont typeface="Arial" panose="020B0604020202020204" pitchFamily="34" charset="0"/>
        <a:buChar char="•"/>
        <a:defRPr sz="3696" kern="1200">
          <a:solidFill>
            <a:schemeClr val="tx1"/>
          </a:solidFill>
          <a:latin typeface="+mn-lt"/>
          <a:ea typeface="+mn-ea"/>
          <a:cs typeface="+mn-cs"/>
        </a:defRPr>
      </a:lvl1pPr>
      <a:lvl2pPr marL="905256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3168" kern="1200">
          <a:solidFill>
            <a:schemeClr val="tx1"/>
          </a:solidFill>
          <a:latin typeface="+mn-lt"/>
          <a:ea typeface="+mn-ea"/>
          <a:cs typeface="+mn-cs"/>
        </a:defRPr>
      </a:lvl2pPr>
      <a:lvl3pPr marL="1508760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112264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4pPr>
      <a:lvl5pPr marL="2715768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5pPr>
      <a:lvl6pPr marL="3319272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6pPr>
      <a:lvl7pPr marL="3922776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7pPr>
      <a:lvl8pPr marL="4526280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8pPr>
      <a:lvl9pPr marL="5129784" indent="-301752" algn="l" defTabSz="1207008" rtl="0" eaLnBrk="1" latinLnBrk="0" hangingPunct="1">
        <a:lnSpc>
          <a:spcPct val="90000"/>
        </a:lnSpc>
        <a:spcBef>
          <a:spcPts val="660"/>
        </a:spcBef>
        <a:buFont typeface="Arial" panose="020B0604020202020204" pitchFamily="34" charset="0"/>
        <a:buChar char="•"/>
        <a:defRPr sz="237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1pPr>
      <a:lvl2pPr marL="603504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2pPr>
      <a:lvl3pPr marL="1207008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3pPr>
      <a:lvl4pPr marL="1810512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4pPr>
      <a:lvl5pPr marL="2414016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6pPr>
      <a:lvl7pPr marL="3621024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7pPr>
      <a:lvl8pPr marL="4224528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8pPr>
      <a:lvl9pPr marL="4828032" algn="l" defTabSz="1207008" rtl="0" eaLnBrk="1" latinLnBrk="0" hangingPunct="1">
        <a:defRPr sz="237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627A83-3195-96C0-85D7-801ED3F4276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35132" y="390729"/>
            <a:ext cx="6032310" cy="423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1 what is a conditional statement in programming 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conditional 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a programming construct that allows the program to make decisions and execute different blocks of code based on whether a condition is true or false.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helps the program behave differently in different situations</a:t>
            </a:r>
            <a:endParaRPr lang="en-US" b="1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condition is an expression that evaluates to either: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Based on this result, the program chooses which code to run.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3A9B4-5979-C7B5-72F0-902446B7C5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931246" y="3269179"/>
            <a:ext cx="6036196" cy="1116716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2   what does an if statement do?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an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decision-making control structure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used to run a block of code only when a certain condition is true.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Theory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statement checks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 (a Boolean expression)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 code inside the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block executes.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 code inside is skipped.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Syntax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code runs if condition is true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You can also extend it with: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runs when condition is false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 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checks multiple conditions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</a:t>
            </a:r>
            <a:r>
              <a:rPr lang="en-US">
                <a:solidFill>
                  <a:srgbClr val="008635"/>
                </a:solidFill>
                <a:latin typeface="ui-monospace"/>
              </a:rPr>
              <a:t>iostrea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&gt;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age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18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age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18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"You are eligible to vote."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effectLst/>
                <a:latin typeface="ui-monospace"/>
              </a:rPr>
            </a:b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Explanation of Example: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Condition: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age &gt;= 18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Since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age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18, the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So the message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"You are eligible to vote."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printed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242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A8391-88D8-FC1A-89DE-4D394C507C3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783" y="164087"/>
            <a:ext cx="6036196" cy="7927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    what is the purpose of an else statement?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an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block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used to specify a set of instructions that should run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when the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condition is 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So, it gives your program an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alternative path of execution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Simple idea: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condition is true → run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block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condition is false → run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block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 in C++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number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number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"The number is positive."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"The number is not positive."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The number is positive.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B1A80-8695-5D60-2394-336A30B9419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94008" y="9400362"/>
            <a:ext cx="60361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An </a:t>
            </a:r>
            <a:r>
              <a:rPr lang="en-US">
                <a:latin typeface="Courier New" panose="02070309020205020404" pitchFamily="49" charset="0"/>
              </a:rPr>
              <a:t>else</a:t>
            </a:r>
            <a:r>
              <a:rPr lang="en-US"/>
              <a:t> block is executed when its associated preceding condition(s) are </a:t>
            </a:r>
            <a:r>
              <a:rPr lang="en-US" b="1"/>
              <a:t>not triggered</a:t>
            </a:r>
            <a:r>
              <a:rPr lang="en-US"/>
              <a:t>, depending on the context in which it appears. The meaning changes slightly depending on the language construct: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A16CBF-7785-20BD-A0FD-07433DA563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89836" y="8561464"/>
            <a:ext cx="603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question 4 when is an else block executed?</a:t>
            </a:r>
          </a:p>
        </p:txBody>
      </p:sp>
    </p:spTree>
    <p:extLst>
      <p:ext uri="{BB962C8B-B14F-4D97-AF65-F5344CB8AC3E}">
        <p14:creationId xmlns:p14="http://schemas.microsoft.com/office/powerpoint/2010/main" val="397932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28E027-D3B0-E00F-BD21-76496A9101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8099" y="-394531"/>
            <a:ext cx="6036196" cy="1174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5  what is Boolean expression?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Boolean expression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any expression that evaluates to either: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 (1)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 (0)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commonly used in decision-making statements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for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loops.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What it contains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Boolean expression usually involves: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Relational operators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: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!=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&gt;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&lt;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&lt;=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Logical operators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: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(AND),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(OR),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(NOT)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C++ 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age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20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marks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75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Boolean expression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bool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result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age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18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marks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60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result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"Eligible for admission"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"Not eligible"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Explanation of the example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(age &gt;= 18)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 (20 ≥ 18)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(marks &gt;= 60)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 (75 ≥ 60)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 &amp;&amp; 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So, the Boolean expression evaluates to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and the program prints: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Eligible for admission</a:t>
            </a: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r>
              <a:rPr lang="en-US"/>
              <a:t>question 6    write the syntax of a simple if statement?</a:t>
            </a:r>
          </a:p>
          <a:p>
            <a:pPr>
              <a:buNone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84DD6-05FE-5C8F-489B-1BFB02D866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0777" y="10569009"/>
            <a:ext cx="6036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n C++, a simple </a:t>
            </a:r>
            <a:r>
              <a:rPr lang="en-US">
                <a:latin typeface="Courier New" panose="02070309020205020404" pitchFamily="49" charset="0"/>
              </a:rPr>
              <a:t>if</a:t>
            </a:r>
            <a:r>
              <a:rPr lang="en-US"/>
              <a:t> statement is used to execute a block of code only when a condition is true.</a:t>
            </a:r>
          </a:p>
          <a:p>
            <a:pPr>
              <a:buNone/>
            </a:pPr>
            <a:r>
              <a:rPr lang="en-US" b="1"/>
              <a:t>Basic syntax: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AAC9C-0441-A8D3-AD52-C80207036B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8099" y="11797667"/>
            <a:ext cx="60361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if (condition) {</a:t>
            </a:r>
          </a:p>
          <a:p>
            <a:r>
              <a:rPr lang="en-US"/>
              <a:t>    // code to execute if condition is true</a:t>
            </a:r>
          </a:p>
          <a:p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9897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BFBE9-3749-C2DC-AE5F-A5C153B65E29}"/>
              </a:ext>
            </a:extLst>
          </p:cNvPr>
          <p:cNvSpPr txBox="1"/>
          <p:nvPr/>
        </p:nvSpPr>
        <p:spPr>
          <a:xfrm>
            <a:off x="1825907" y="1644132"/>
            <a:ext cx="603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The equality operator commonly used in C++ is </a:t>
            </a:r>
            <a:r>
              <a:rPr lang="en-US">
                <a:latin typeface="Courier New" panose="02070309020205020404" pitchFamily="49" charset="0"/>
              </a:rPr>
              <a:t>==</a:t>
            </a:r>
            <a:r>
              <a:rPr lang="en-US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B70A33-D426-66B3-8798-2FE11F70C451}"/>
              </a:ext>
            </a:extLst>
          </p:cNvPr>
          <p:cNvSpPr txBox="1"/>
          <p:nvPr/>
        </p:nvSpPr>
        <p:spPr>
          <a:xfrm>
            <a:off x="1536540" y="1193118"/>
            <a:ext cx="603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what operator is commonly used to test equality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053405-CFBF-6A20-43E4-E38E606E6183}"/>
              </a:ext>
            </a:extLst>
          </p:cNvPr>
          <p:cNvSpPr txBox="1"/>
          <p:nvPr/>
        </p:nvSpPr>
        <p:spPr>
          <a:xfrm>
            <a:off x="170727" y="1193118"/>
            <a:ext cx="6036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/>
              <a:t>question 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9582E6-5C15-EA2B-893F-4EBAFA928933}"/>
              </a:ext>
            </a:extLst>
          </p:cNvPr>
          <p:cNvSpPr txBox="1"/>
          <p:nvPr/>
        </p:nvSpPr>
        <p:spPr>
          <a:xfrm>
            <a:off x="656864" y="1644132"/>
            <a:ext cx="60361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/>
              <a:t>answer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D96C63-8198-2BE9-E1A1-D5735AC8B2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92528" y="1244333"/>
            <a:ext cx="6036196" cy="8320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sz="2800" b="0" i="0">
                <a:solidFill>
                  <a:srgbClr val="0D0D0D"/>
                </a:solidFill>
                <a:effectLst/>
                <a:latin typeface="-apple-system-body"/>
              </a:rPr>
              <a:t>Questio</a:t>
            </a:r>
            <a:r>
              <a:rPr lang="en-US" sz="2800">
                <a:solidFill>
                  <a:srgbClr val="0D0D0D"/>
                </a:solidFill>
                <a:latin typeface="-apple-system-body"/>
              </a:rPr>
              <a:t>n 8 </a:t>
            </a:r>
            <a:r>
              <a:rPr lang="en-US">
                <a:solidFill>
                  <a:srgbClr val="0D0D0D"/>
                </a:solidFill>
                <a:latin typeface="-apple-system-body"/>
              </a:rPr>
              <a:t>what does the modulus operator return?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the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modulus operator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%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) returns the remainder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after integer division</a:t>
            </a:r>
            <a:endParaRPr lang="en-US" b="1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you write: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endParaRPr lang="en-US" b="0" i="0">
              <a:solidFill>
                <a:srgbClr val="0D0D0D"/>
              </a:solidFill>
              <a:effectLst/>
              <a:latin typeface="ui-monospace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gives the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remainder when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is divided by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17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Calculation: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17 ÷ 5 = 3 remainder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2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Output  2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3200">
                <a:solidFill>
                  <a:srgbClr val="0D0D0D"/>
                </a:solidFill>
                <a:latin typeface="-apple-system-body"/>
              </a:rPr>
              <a:t>question 9   </a:t>
            </a:r>
            <a:r>
              <a:rPr lang="en-US">
                <a:solidFill>
                  <a:srgbClr val="0D0D0D"/>
                </a:solidFill>
                <a:latin typeface="-apple-system-body"/>
              </a:rPr>
              <a:t>how does we check if a number is even?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br>
              <a:rPr lang="en-US"/>
            </a:br>
            <a:r>
              <a:rPr lang="en-US"/>
              <a:t> the simplest way to check if a number is even is to use the </a:t>
            </a:r>
            <a:r>
              <a:rPr lang="en-US" b="1"/>
              <a:t>modulo operator %</a:t>
            </a:r>
            <a:r>
              <a:rPr lang="en-US"/>
              <a:t>.</a:t>
            </a:r>
            <a:endParaRPr lang="en-US" b="1"/>
          </a:p>
          <a:p>
            <a:r>
              <a:rPr lang="en-US"/>
              <a:t>A number is even if it is divisible by 2, i.e. remainder is 0 when divided by 2.</a:t>
            </a:r>
          </a:p>
          <a:p>
            <a:pPr>
              <a:buNone/>
            </a:pP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DB04C7-6B1D-7E3B-9409-2905E763A1F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119851" y="9318028"/>
            <a:ext cx="60361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#include &lt;iostream&gt;</a:t>
            </a:r>
          </a:p>
          <a:p>
            <a:r>
              <a:rPr lang="en-US"/>
              <a:t>using namespace std;</a:t>
            </a:r>
          </a:p>
          <a:p>
            <a:endParaRPr lang="en-US"/>
          </a:p>
          <a:p>
            <a:r>
              <a:rPr lang="en-US"/>
              <a:t>int main() {</a:t>
            </a:r>
          </a:p>
          <a:p>
            <a:r>
              <a:rPr lang="en-US"/>
              <a:t>    int n;</a:t>
            </a:r>
          </a:p>
          <a:p>
            <a:r>
              <a:rPr lang="en-US"/>
              <a:t>    </a:t>
            </a:r>
            <a:r>
              <a:rPr lang="en-US" err="1"/>
              <a:t>cout</a:t>
            </a:r>
            <a:r>
              <a:rPr lang="en-US"/>
              <a:t> &lt;&lt; "Enter a number: ";</a:t>
            </a:r>
          </a:p>
          <a:p>
            <a:r>
              <a:rPr lang="en-US"/>
              <a:t>    </a:t>
            </a:r>
            <a:r>
              <a:rPr lang="en-US" err="1"/>
              <a:t>cin</a:t>
            </a:r>
            <a:r>
              <a:rPr lang="en-US"/>
              <a:t> &gt;&gt; n;</a:t>
            </a:r>
          </a:p>
          <a:p>
            <a:endParaRPr lang="en-US"/>
          </a:p>
          <a:p>
            <a:r>
              <a:rPr lang="en-US"/>
              <a:t>    if (n % 2 == 0) {</a:t>
            </a:r>
          </a:p>
          <a:p>
            <a:r>
              <a:rPr lang="en-US"/>
              <a:t>        </a:t>
            </a:r>
            <a:r>
              <a:rPr lang="en-US" err="1"/>
              <a:t>cout</a:t>
            </a:r>
            <a:r>
              <a:rPr lang="en-US"/>
              <a:t> &lt;&lt; "Even number" &lt;&lt; </a:t>
            </a:r>
            <a:r>
              <a:rPr lang="en-US" err="1"/>
              <a:t>endl</a:t>
            </a:r>
            <a:r>
              <a:rPr lang="en-US"/>
              <a:t>;</a:t>
            </a:r>
          </a:p>
          <a:p>
            <a:r>
              <a:rPr lang="en-US"/>
              <a:t>    } else {</a:t>
            </a:r>
          </a:p>
          <a:p>
            <a:r>
              <a:rPr lang="en-US"/>
              <a:t>        </a:t>
            </a:r>
            <a:r>
              <a:rPr lang="en-US" err="1"/>
              <a:t>cout</a:t>
            </a:r>
            <a:r>
              <a:rPr lang="en-US"/>
              <a:t> &lt;&lt; "Odd number" &lt;&lt; </a:t>
            </a:r>
            <a:r>
              <a:rPr lang="en-US" err="1"/>
              <a:t>endl</a:t>
            </a:r>
            <a:r>
              <a:rPr lang="en-US"/>
              <a:t>;</a:t>
            </a:r>
          </a:p>
          <a:p>
            <a:r>
              <a:rPr lang="en-US"/>
              <a:t>    }</a:t>
            </a:r>
          </a:p>
          <a:p>
            <a:endParaRPr lang="en-US"/>
          </a:p>
          <a:p>
            <a:r>
              <a:rPr lang="en-US"/>
              <a:t>    return 0;</a:t>
            </a:r>
          </a:p>
          <a:p>
            <a:r>
              <a:rPr lang="en-US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1491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889E580-5495-8DC9-43C7-B571C3EEE3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8099" y="1434235"/>
            <a:ext cx="6036196" cy="8376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Questio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 10</a:t>
            </a:r>
          </a:p>
          <a:p>
            <a:pPr algn="l">
              <a:lnSpc>
                <a:spcPts val="180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how can u check if a number is odd </a:t>
            </a:r>
            <a:r>
              <a:rPr lang="en-US">
                <a:solidFill>
                  <a:srgbClr val="0D0D0D"/>
                </a:solidFill>
                <a:latin typeface="-apple-system-body"/>
              </a:rPr>
              <a:t>?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you can check if a number is odd using the modulus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US" b="1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number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odd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 it leaves a remainder of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1 when divided by 2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 code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2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!=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"Odd"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"Even"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Explanation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n % 2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gives the remainder when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divided by 2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remainder is not 0 → number is odd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remainder is 0 → number is even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867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E839F1-04DA-155C-03D9-2E5CDE9518B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1329" y="507692"/>
            <a:ext cx="6036196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11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80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what is the purpose of else if just theory not code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purpose of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“else if”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(also written as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 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or </a:t>
            </a:r>
            <a:r>
              <a:rPr lang="en-US" b="0" i="0" err="1">
                <a:solidFill>
                  <a:srgbClr val="0D0D0D"/>
                </a:solidFill>
                <a:effectLst/>
                <a:latin typeface="ui-monospace"/>
              </a:rPr>
              <a:t>elif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in some languages) is to handle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multiple alternative conditions in a structured way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after an initial decision.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theory, it works like this: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When a program is making a decision, it often isn’t just a simple “yes or no” situation. There can be several possible conditions, and only one of them should be chosen.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 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allows the program to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check additional conditions only if the previous ones were not 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85890-52F0-9393-952E-B803DBAD72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1329" y="4011716"/>
            <a:ext cx="6036196" cy="5691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12</a:t>
            </a:r>
          </a:p>
          <a:p>
            <a:pPr algn="l">
              <a:lnSpc>
                <a:spcPts val="180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what is nested if statement 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nested if 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in C++ is an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statement written </a:t>
            </a:r>
            <a:r>
              <a:rPr lang="en-US" b="0" i="1">
                <a:solidFill>
                  <a:srgbClr val="0D0D0D"/>
                </a:solidFill>
                <a:effectLst/>
                <a:latin typeface="-apple-system-body"/>
              </a:rPr>
              <a:t>inside another if (or else) block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used when you need to check multiple conditions in a hierarchical way.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Syntax of Nested if in C++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code block 1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condition2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code block 2 (runs only if condition1 is true AND condition2 is true)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05432-574F-5C68-4A26-FBDE00C345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1329" y="9182636"/>
            <a:ext cx="60361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Question 13: Can an if statement exist without an else?</a:t>
            </a:r>
            <a:endParaRPr lang="en-US" kern="10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Yes, an if statement can easily exist on its own without requiring an else block.</a:t>
            </a:r>
            <a:endParaRPr lang="en-US" kern="10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 </a:t>
            </a:r>
            <a:endParaRPr lang="en-US" kern="100"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kern="100"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 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2F52CB-E78A-F7F5-E258-EC727C136EE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25215" y="10310716"/>
            <a:ext cx="603231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Question 14: What is the output when a false condition is tested in an if statement without else?</a:t>
            </a:r>
            <a:endParaRPr lang="en-US" sz="1800" kern="10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No output comes from that conditional block; the program simply skips the code inside the if and moves to the next regular lines of code.</a:t>
            </a:r>
            <a:endParaRPr lang="en-US" sz="1800" kern="10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 </a:t>
            </a:r>
            <a:endParaRPr lang="en-US" sz="1800" kern="10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Question 15: What is the role of braces {} in C/C++ conditionals?</a:t>
            </a:r>
            <a:endParaRPr lang="en-US" sz="1800" kern="10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Braces {} are used to group multiple statements together into a single block so that the compiler knows exactly which lines belong to that condition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44C80-D5DE-21B4-5958-9817D8E78017}"/>
              </a:ext>
            </a:extLst>
          </p:cNvPr>
          <p:cNvSpPr txBox="1"/>
          <p:nvPr/>
        </p:nvSpPr>
        <p:spPr>
          <a:xfrm>
            <a:off x="2825215" y="13596070"/>
            <a:ext cx="603231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Question 16: What does &gt; mean?</a:t>
            </a:r>
            <a:endParaRPr lang="en-US" sz="1800" kern="10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Greater than operator.</a:t>
            </a:r>
            <a:endParaRPr lang="en-US" sz="1800" kern="10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kern="100">
                <a:effectLst/>
                <a:latin typeface="Aptos" panose="020B0004020202020204" pitchFamily="34" charset="0"/>
                <a:ea typeface="Aptos" panose="020B0004020202020204" pitchFamily="34" charset="0"/>
                <a:cs typeface="Courier New" panose="02070309020205020404" pitchFamily="49" charset="0"/>
              </a:rPr>
              <a:t> </a:t>
            </a:r>
            <a:endParaRPr lang="en-US" sz="1800" kern="100">
              <a:effectLst/>
              <a:latin typeface="Consolas" panose="020B0609020204030204" pitchFamily="49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07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D50B97-47F9-04AF-7464-613B660D2A8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07138" y="4378242"/>
            <a:ext cx="9234415" cy="92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801"/>
          </a:p>
          <a:p>
            <a:pPr>
              <a:buNone/>
            </a:pPr>
            <a:endParaRPr lang="en-IN" sz="1801"/>
          </a:p>
          <a:p>
            <a:pPr>
              <a:buNone/>
            </a:pPr>
            <a:endParaRPr lang="en-IN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708AA4-4094-68D4-8861-B67D54C89B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66164" y="935740"/>
            <a:ext cx="6031486" cy="14187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174" indent="-343174" defTabSz="457566">
              <a:spcBef>
                <a:spcPct val="20000"/>
              </a:spcBef>
              <a:buFont typeface="Arial"/>
              <a:buChar char="•"/>
              <a:defRPr/>
            </a:pPr>
            <a:r>
              <a:rPr lang="en-IN" sz="3203">
                <a:solidFill>
                  <a:prstClr val="black"/>
                </a:solidFill>
                <a:latin typeface="Calibri"/>
              </a:rPr>
              <a:t>17. What does &lt; mean?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IN" sz="3203">
                <a:solidFill>
                  <a:prstClr val="black"/>
                </a:solidFill>
                <a:latin typeface="Calibri"/>
              </a:rPr>
              <a:t>Ans:  </a:t>
            </a:r>
            <a:r>
              <a:rPr lang="en-IN" sz="3203"/>
              <a:t>It checks whether the value on the left is </a:t>
            </a:r>
            <a:r>
              <a:rPr lang="en-IN" sz="3203" b="1"/>
              <a:t>smaller than</a:t>
            </a:r>
            <a:r>
              <a:rPr lang="en-IN" sz="3203"/>
              <a:t> the value on the right.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a = 5;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b = 10;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if (a &lt; b)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"a is less than b";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Output=a is less than b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endParaRPr lang="en-US" sz="3203">
              <a:solidFill>
                <a:prstClr val="black"/>
              </a:solidFill>
              <a:latin typeface="Calibri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18. What does &gt;= mean?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Ans= </a:t>
            </a:r>
            <a:r>
              <a:rPr lang="en-IN" sz="3203"/>
              <a:t>It checks whether the value on the left is </a:t>
            </a:r>
            <a:r>
              <a:rPr lang="en-IN" sz="3203" b="1"/>
              <a:t>greater than or equal to</a:t>
            </a:r>
            <a:r>
              <a:rPr lang="en-IN" sz="3203"/>
              <a:t> the value on the right.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a = 10;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b = 5;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if (a &gt;= b)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"a is greater than or equal to b";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Output=a is greater than or equal to b</a:t>
            </a:r>
          </a:p>
          <a:p>
            <a:pPr lvl="0">
              <a:spcBef>
                <a:spcPct val="20000"/>
              </a:spcBef>
              <a:defRPr/>
            </a:pPr>
            <a:endParaRPr lang="en-US" sz="3203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93924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4DE7F3-DA9B-66D7-2B59-D424DC33DA6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442099" y="582357"/>
            <a:ext cx="6033421" cy="397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1"/>
              <a:t>19. What does &lt;= mean?</a:t>
            </a:r>
          </a:p>
          <a:p>
            <a:r>
              <a:rPr lang="en-IN" sz="1801"/>
              <a:t>Ans= It checks whether the value on the left is </a:t>
            </a:r>
            <a:r>
              <a:rPr lang="en-IN" sz="1801" b="1"/>
              <a:t>less than or equal to</a:t>
            </a:r>
            <a:r>
              <a:rPr lang="en-IN" sz="1801"/>
              <a:t> the value on the right.</a:t>
            </a:r>
          </a:p>
          <a:p>
            <a:r>
              <a:rPr lang="en-IN" sz="1801"/>
              <a:t>    </a:t>
            </a:r>
            <a:r>
              <a:rPr lang="en-US" sz="1801"/>
              <a:t>int a = 5;</a:t>
            </a:r>
          </a:p>
          <a:p>
            <a:r>
              <a:rPr lang="en-US" sz="1801"/>
              <a:t>int b = 10;</a:t>
            </a:r>
          </a:p>
          <a:p>
            <a:endParaRPr lang="en-US" sz="1801"/>
          </a:p>
          <a:p>
            <a:r>
              <a:rPr lang="en-US" sz="1801"/>
              <a:t>if (a &lt;= b)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"a is less than or equal to b";</a:t>
            </a:r>
          </a:p>
          <a:p>
            <a:r>
              <a:rPr lang="en-US" sz="1801"/>
              <a:t>}</a:t>
            </a:r>
            <a:endParaRPr lang="en-IN" sz="1801"/>
          </a:p>
          <a:p>
            <a:endParaRPr lang="en-IN" sz="1801"/>
          </a:p>
          <a:p>
            <a:r>
              <a:rPr lang="en-IN" sz="1801"/>
              <a:t>Output=</a:t>
            </a:r>
            <a:r>
              <a:rPr lang="en-US" sz="1801"/>
              <a:t>a is less than or equal to b.</a:t>
            </a:r>
          </a:p>
          <a:p>
            <a:endParaRPr lang="en-US" sz="1801"/>
          </a:p>
          <a:p>
            <a:endParaRPr lang="en-IN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9E81E-A524-B5FF-0CC2-C0302CB5CE3F}"/>
              </a:ext>
            </a:extLst>
          </p:cNvPr>
          <p:cNvSpPr txBox="1"/>
          <p:nvPr/>
        </p:nvSpPr>
        <p:spPr>
          <a:xfrm>
            <a:off x="2440347" y="4555811"/>
            <a:ext cx="6035173" cy="34190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1"/>
              <a:t>20. What does != mean?</a:t>
            </a:r>
          </a:p>
          <a:p>
            <a:r>
              <a:rPr lang="en-IN" sz="1801"/>
              <a:t>Ans= In C/C++, the </a:t>
            </a:r>
            <a:r>
              <a:rPr lang="en-IN" sz="1801" b="1"/>
              <a:t>!= (not equal to)</a:t>
            </a:r>
            <a:r>
              <a:rPr lang="en-IN" sz="1801"/>
              <a:t> operator is a        </a:t>
            </a:r>
            <a:r>
              <a:rPr lang="en-IN" sz="1801" b="1"/>
              <a:t>comparison operator</a:t>
            </a:r>
            <a:r>
              <a:rPr lang="en-IN" sz="1801"/>
              <a:t>.</a:t>
            </a:r>
          </a:p>
          <a:p>
            <a:r>
              <a:rPr lang="en-IN" sz="1801"/>
              <a:t>It checks whether two values are </a:t>
            </a:r>
            <a:r>
              <a:rPr lang="en-IN" sz="1801" b="1"/>
              <a:t>different</a:t>
            </a:r>
            <a:r>
              <a:rPr lang="en-IN" sz="1801"/>
              <a:t>.</a:t>
            </a:r>
          </a:p>
          <a:p>
            <a:r>
              <a:rPr lang="en-US" sz="1801"/>
              <a:t>int a = 5;</a:t>
            </a:r>
          </a:p>
          <a:p>
            <a:r>
              <a:rPr lang="en-US" sz="1801"/>
              <a:t>int b = 10;</a:t>
            </a:r>
          </a:p>
          <a:p>
            <a:r>
              <a:rPr lang="en-US" sz="1801"/>
              <a:t>if (a != b)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"a is not equal to b";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Output=a is not equal to b</a:t>
            </a:r>
            <a:endParaRPr lang="en-IN" sz="1801"/>
          </a:p>
          <a:p>
            <a:endParaRPr lang="en-IN" sz="180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ED7E8-7732-21C5-C104-C68632CE49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47017" y="8120751"/>
            <a:ext cx="6030419" cy="508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21. What is a switch statement?</a:t>
            </a:r>
          </a:p>
          <a:p>
            <a:r>
              <a:rPr lang="en-US" sz="1801"/>
              <a:t>Ans= </a:t>
            </a:r>
            <a:r>
              <a:rPr lang="en-IN" sz="1801"/>
              <a:t>A </a:t>
            </a:r>
            <a:r>
              <a:rPr lang="en-IN" sz="1801" b="1"/>
              <a:t>switch statement</a:t>
            </a:r>
            <a:r>
              <a:rPr lang="en-IN" sz="1801"/>
              <a:t> is a control statement used to choose </a:t>
            </a:r>
            <a:r>
              <a:rPr lang="en-IN" sz="1801" b="1"/>
              <a:t>one option from many options</a:t>
            </a:r>
            <a:r>
              <a:rPr lang="en-IN" sz="1801"/>
              <a:t> based on the value of a variable or expression.</a:t>
            </a:r>
          </a:p>
          <a:p>
            <a:endParaRPr lang="en-IN" sz="1801"/>
          </a:p>
          <a:p>
            <a:r>
              <a:rPr lang="en-IN" sz="1801"/>
              <a:t>Syntax:</a:t>
            </a:r>
          </a:p>
          <a:p>
            <a:r>
              <a:rPr lang="en-US" sz="1801"/>
              <a:t>switch(expression)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value1:</a:t>
            </a:r>
          </a:p>
          <a:p>
            <a:r>
              <a:rPr lang="en-US" sz="1801"/>
              <a:t>        // code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value2:</a:t>
            </a:r>
          </a:p>
          <a:p>
            <a:r>
              <a:rPr lang="en-US" sz="1801"/>
              <a:t>        // code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default:</a:t>
            </a:r>
          </a:p>
          <a:p>
            <a:r>
              <a:rPr lang="en-US" sz="1801"/>
              <a:t>        // code</a:t>
            </a:r>
          </a:p>
          <a:p>
            <a:r>
              <a:rPr lang="en-US" sz="1801"/>
              <a:t>}</a:t>
            </a:r>
          </a:p>
          <a:p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29066782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7BE4F1-05B9-15BA-D6FF-291AF35A6DD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41377" y="692683"/>
            <a:ext cx="11428386" cy="11735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22. What is a case label in a switch statement?</a:t>
            </a:r>
          </a:p>
          <a:p>
            <a:r>
              <a:rPr lang="en-US" sz="1801"/>
              <a:t>Ans= </a:t>
            </a:r>
            <a:r>
              <a:rPr lang="en-IN" sz="1801"/>
              <a:t>A </a:t>
            </a:r>
            <a:r>
              <a:rPr lang="en-IN" sz="1801" b="1"/>
              <a:t>case label</a:t>
            </a:r>
            <a:r>
              <a:rPr lang="en-IN" sz="1801"/>
              <a:t> is a specific value inside a switch statement that determines which block of code will be executed.</a:t>
            </a:r>
          </a:p>
          <a:p>
            <a:r>
              <a:rPr lang="en-IN" sz="1801"/>
              <a:t>Example:</a:t>
            </a:r>
          </a:p>
          <a:p>
            <a:r>
              <a:rPr lang="en-US" sz="1801"/>
              <a:t>int day = 2;</a:t>
            </a:r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2: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3: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"Wednesday";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}</a:t>
            </a:r>
          </a:p>
          <a:p>
            <a:endParaRPr lang="en-US" sz="1801"/>
          </a:p>
          <a:p>
            <a:r>
              <a:rPr lang="en-IN" sz="1801"/>
              <a:t>In this example, case 1, case 2, and case 3 are </a:t>
            </a:r>
            <a:r>
              <a:rPr lang="en-IN" sz="1801" b="1"/>
              <a:t>case labels</a:t>
            </a:r>
            <a:r>
              <a:rPr lang="en-IN" sz="1801"/>
              <a:t>.</a:t>
            </a:r>
          </a:p>
          <a:p>
            <a:r>
              <a:rPr lang="en-IN" sz="1801"/>
              <a:t>Since day is 2, the code under </a:t>
            </a:r>
            <a:r>
              <a:rPr lang="en-IN" sz="1801" b="1"/>
              <a:t>case 2</a:t>
            </a:r>
            <a:r>
              <a:rPr lang="en-IN" sz="1801"/>
              <a:t> will execute</a:t>
            </a:r>
          </a:p>
          <a:p>
            <a:endParaRPr lang="en-IN" sz="1801"/>
          </a:p>
          <a:p>
            <a:r>
              <a:rPr lang="en-IN" sz="1801"/>
              <a:t> </a:t>
            </a:r>
          </a:p>
          <a:p>
            <a:r>
              <a:rPr lang="en-US" sz="1801"/>
              <a:t>23. Why is break used in switch?</a:t>
            </a:r>
          </a:p>
          <a:p>
            <a:r>
              <a:rPr lang="en-IN" sz="1801"/>
              <a:t>Ans=The </a:t>
            </a:r>
            <a:r>
              <a:rPr lang="en-IN" sz="1801" b="1"/>
              <a:t>break</a:t>
            </a:r>
            <a:r>
              <a:rPr lang="en-IN" sz="1801"/>
              <a:t> statement is used to </a:t>
            </a:r>
            <a:r>
              <a:rPr lang="en-IN" sz="1801" b="1"/>
              <a:t>stop the execution of the switch statement</a:t>
            </a:r>
            <a:r>
              <a:rPr lang="en-IN" sz="1801"/>
              <a:t> after a matching case is executed.</a:t>
            </a:r>
          </a:p>
          <a:p>
            <a:endParaRPr lang="en-IN" sz="1801"/>
          </a:p>
          <a:p>
            <a:r>
              <a:rPr lang="en-IN" sz="1801"/>
              <a:t>Example:</a:t>
            </a:r>
          </a:p>
          <a:p>
            <a:r>
              <a:rPr lang="en-US" sz="1801"/>
              <a:t>int day = 2;</a:t>
            </a:r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2: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3: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"Wednesday";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Output=Tuesday</a:t>
            </a:r>
            <a:endParaRPr lang="en-IN" sz="1801"/>
          </a:p>
          <a:p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889016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799FA7-E70F-FB6E-AF47-D2E782665E5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61077" y="582357"/>
            <a:ext cx="7453989" cy="4805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24. What happens if break is omitted?</a:t>
            </a:r>
          </a:p>
          <a:p>
            <a:r>
              <a:rPr lang="en-US" sz="1801"/>
              <a:t>Ans: </a:t>
            </a:r>
            <a:r>
              <a:rPr lang="en-IN" sz="1801"/>
              <a:t>If the </a:t>
            </a:r>
            <a:r>
              <a:rPr lang="en-IN" sz="1801" b="1"/>
              <a:t>break</a:t>
            </a:r>
            <a:r>
              <a:rPr lang="en-IN" sz="1801"/>
              <a:t> statement is omitted in a switch statement, the program continues executing the next case(s) even if they do not match. This is called </a:t>
            </a:r>
            <a:r>
              <a:rPr lang="en-IN" sz="1801" b="1"/>
              <a:t>fall-through</a:t>
            </a:r>
            <a:r>
              <a:rPr lang="en-IN" sz="1801"/>
              <a:t>.</a:t>
            </a:r>
          </a:p>
          <a:p>
            <a:endParaRPr lang="en-IN" sz="1801"/>
          </a:p>
          <a:p>
            <a:r>
              <a:rPr lang="en-IN" sz="1801"/>
              <a:t>Example:</a:t>
            </a:r>
            <a:endParaRPr lang="en-US" sz="1801"/>
          </a:p>
          <a:p>
            <a:r>
              <a:rPr lang="en-US" sz="1801"/>
              <a:t>int day = 2;</a:t>
            </a:r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    case 2: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    case 3: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"Wednesday";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</a:t>
            </a:r>
            <a:r>
              <a:rPr lang="en-US" sz="1801" err="1"/>
              <a:t>TuesdayWednesday</a:t>
            </a:r>
            <a:endParaRPr lang="en-IN" sz="180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08A404-EB1E-1356-F659-5A3ADF7B264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94281" y="6110690"/>
            <a:ext cx="6032180" cy="5082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25. What is the default case in switch?</a:t>
            </a:r>
          </a:p>
          <a:p>
            <a:r>
              <a:rPr lang="en-US" sz="1801"/>
              <a:t>Ans:</a:t>
            </a:r>
            <a:r>
              <a:rPr lang="en-IN" sz="1801"/>
              <a:t>The </a:t>
            </a:r>
            <a:r>
              <a:rPr lang="en-IN" sz="1801" b="1"/>
              <a:t>default case</a:t>
            </a:r>
            <a:r>
              <a:rPr lang="en-IN" sz="1801"/>
              <a:t> is executed when </a:t>
            </a:r>
            <a:r>
              <a:rPr lang="en-IN" sz="1801" b="1"/>
              <a:t>none of the case labels match</a:t>
            </a:r>
            <a:r>
              <a:rPr lang="en-IN" sz="1801"/>
              <a:t> the value of the switch expression.</a:t>
            </a:r>
          </a:p>
          <a:p>
            <a:endParaRPr lang="en-IN" sz="1801"/>
          </a:p>
          <a:p>
            <a:r>
              <a:rPr lang="en-IN" sz="1801"/>
              <a:t>Example:</a:t>
            </a:r>
          </a:p>
          <a:p>
            <a:r>
              <a:rPr lang="en-US" sz="1801"/>
              <a:t>int day = 5;</a:t>
            </a:r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case 2: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        break;</a:t>
            </a:r>
          </a:p>
          <a:p>
            <a:r>
              <a:rPr lang="en-US" sz="1801"/>
              <a:t>    default:</a:t>
            </a:r>
          </a:p>
          <a:p>
            <a:r>
              <a:rPr lang="en-US" sz="1801"/>
              <a:t>        </a:t>
            </a:r>
            <a:r>
              <a:rPr lang="en-US" sz="1801" err="1"/>
              <a:t>cout</a:t>
            </a:r>
            <a:r>
              <a:rPr lang="en-US" sz="1801"/>
              <a:t> &lt;&lt; "Invalid day";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 Invalid day</a:t>
            </a:r>
          </a:p>
        </p:txBody>
      </p:sp>
    </p:spTree>
    <p:extLst>
      <p:ext uri="{BB962C8B-B14F-4D97-AF65-F5344CB8AC3E}">
        <p14:creationId xmlns:p14="http://schemas.microsoft.com/office/powerpoint/2010/main" val="2123678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B36BA6-685B-0B40-577F-3FC62D8102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085715" y="694515"/>
            <a:ext cx="6435675" cy="2864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26. Can switch compare strings in C++?</a:t>
            </a:r>
          </a:p>
          <a:p>
            <a:r>
              <a:rPr lang="en-US" sz="1801"/>
              <a:t>Ans: </a:t>
            </a:r>
            <a:r>
              <a:rPr lang="en-IN" sz="1801"/>
              <a:t>No, a switch statement in C++ cannot directly compare string values. It works only with integral types such as int, char, and </a:t>
            </a:r>
            <a:r>
              <a:rPr lang="en-IN" sz="1801" err="1"/>
              <a:t>enum</a:t>
            </a:r>
            <a:r>
              <a:rPr lang="en-IN" sz="1801"/>
              <a:t>.</a:t>
            </a:r>
          </a:p>
          <a:p>
            <a:endParaRPr lang="en-IN" sz="1801"/>
          </a:p>
          <a:p>
            <a:r>
              <a:rPr lang="en-US" sz="1801"/>
              <a:t>string name = "Manoj";</a:t>
            </a:r>
          </a:p>
          <a:p>
            <a:r>
              <a:rPr lang="en-US" sz="1801"/>
              <a:t>if(name == "Manoj")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"Hello Manoj";</a:t>
            </a:r>
          </a:p>
          <a:p>
            <a:r>
              <a:rPr lang="en-US" sz="1801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A608CA-144A-2D5E-2E74-E9A31508BD7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17943" y="4016605"/>
            <a:ext cx="5769032" cy="674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27. Which statement is better for many constant choices: if-else or switch?</a:t>
            </a:r>
          </a:p>
          <a:p>
            <a:r>
              <a:rPr lang="en-US" sz="1801"/>
              <a:t>Ans:</a:t>
            </a:r>
            <a:r>
              <a:rPr lang="en-IN" sz="1801" b="1"/>
              <a:t>switch is usually better when there are many constant choices.</a:t>
            </a:r>
          </a:p>
          <a:p>
            <a:r>
              <a:rPr lang="en-IN" sz="1801"/>
              <a:t>Example using switch</a:t>
            </a:r>
          </a:p>
          <a:p>
            <a:r>
              <a:rPr lang="en-US" sz="1801"/>
              <a:t>int day = 3;</a:t>
            </a:r>
          </a:p>
          <a:p>
            <a:endParaRPr lang="en-US" sz="1801"/>
          </a:p>
          <a:p>
            <a:r>
              <a:rPr lang="en-US" sz="1801"/>
              <a:t>switch(day)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case 1: </a:t>
            </a:r>
            <a:r>
              <a:rPr lang="en-US" sz="1801" err="1"/>
              <a:t>cout</a:t>
            </a:r>
            <a:r>
              <a:rPr lang="en-US" sz="1801"/>
              <a:t> &lt;&lt; "Monday"; break;</a:t>
            </a:r>
          </a:p>
          <a:p>
            <a:r>
              <a:rPr lang="en-US" sz="1801"/>
              <a:t>    case 2: </a:t>
            </a:r>
            <a:r>
              <a:rPr lang="en-US" sz="1801" err="1"/>
              <a:t>cout</a:t>
            </a:r>
            <a:r>
              <a:rPr lang="en-US" sz="1801"/>
              <a:t> &lt;&lt; "Tuesday"; break;</a:t>
            </a:r>
          </a:p>
          <a:p>
            <a:r>
              <a:rPr lang="en-US" sz="1801"/>
              <a:t>    case 3: </a:t>
            </a:r>
            <a:r>
              <a:rPr lang="en-US" sz="1801" err="1"/>
              <a:t>cout</a:t>
            </a:r>
            <a:r>
              <a:rPr lang="en-US" sz="1801"/>
              <a:t> &lt;&lt; "Wednesday"; break;</a:t>
            </a:r>
          </a:p>
          <a:p>
            <a:r>
              <a:rPr lang="en-US" sz="1801"/>
              <a:t>    default: </a:t>
            </a:r>
            <a:r>
              <a:rPr lang="en-US" sz="1801" err="1"/>
              <a:t>cout</a:t>
            </a:r>
            <a:r>
              <a:rPr lang="en-US" sz="1801"/>
              <a:t> &lt;&lt; "Invalid Day";</a:t>
            </a:r>
          </a:p>
          <a:p>
            <a:r>
              <a:rPr lang="en-US" sz="1801"/>
              <a:t>} </a:t>
            </a:r>
          </a:p>
          <a:p>
            <a:endParaRPr lang="en-US" sz="1801"/>
          </a:p>
          <a:p>
            <a:r>
              <a:rPr lang="en-IN" sz="1801"/>
              <a:t>Example using if-else</a:t>
            </a:r>
          </a:p>
          <a:p>
            <a:r>
              <a:rPr lang="en-US" sz="1801"/>
              <a:t>if(day == 1)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"Monday";</a:t>
            </a:r>
          </a:p>
          <a:p>
            <a:r>
              <a:rPr lang="en-US" sz="1801"/>
              <a:t>else if(day == 2)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"Tuesday";</a:t>
            </a:r>
          </a:p>
          <a:p>
            <a:r>
              <a:rPr lang="en-US" sz="1801"/>
              <a:t>else if(day == 3)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"Wednesday";</a:t>
            </a:r>
          </a:p>
          <a:p>
            <a:r>
              <a:rPr lang="en-US" sz="1801"/>
              <a:t>else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"Invalid Day";</a:t>
            </a:r>
          </a:p>
        </p:txBody>
      </p:sp>
    </p:spTree>
    <p:extLst>
      <p:ext uri="{BB962C8B-B14F-4D97-AF65-F5344CB8AC3E}">
        <p14:creationId xmlns:p14="http://schemas.microsoft.com/office/powerpoint/2010/main" val="328399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02E1AB-8292-BBCF-CD6A-D4C1591FE6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78951" y="4082169"/>
            <a:ext cx="6032180" cy="314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28. How do you test whether a value is positive?</a:t>
            </a:r>
          </a:p>
          <a:p>
            <a:r>
              <a:rPr lang="en-US" sz="1801"/>
              <a:t>Ans: </a:t>
            </a:r>
            <a:r>
              <a:rPr lang="en-IN" sz="1801"/>
              <a:t>A value is </a:t>
            </a:r>
            <a:r>
              <a:rPr lang="en-IN" sz="1801" b="1"/>
              <a:t>positive</a:t>
            </a:r>
            <a:r>
              <a:rPr lang="en-IN" sz="1801"/>
              <a:t> if it is </a:t>
            </a:r>
            <a:r>
              <a:rPr lang="en-IN" sz="1801" b="1"/>
              <a:t>greater than 0</a:t>
            </a:r>
            <a:r>
              <a:rPr lang="en-IN" sz="1801"/>
              <a:t>. You can test it using the </a:t>
            </a:r>
            <a:r>
              <a:rPr lang="en-IN" sz="1801" b="1"/>
              <a:t>greater than (&gt;)</a:t>
            </a:r>
            <a:r>
              <a:rPr lang="en-IN" sz="1801"/>
              <a:t> operator.</a:t>
            </a:r>
          </a:p>
          <a:p>
            <a:r>
              <a:rPr lang="en-IN" sz="1801"/>
              <a:t>Example:</a:t>
            </a:r>
          </a:p>
          <a:p>
            <a:r>
              <a:rPr lang="en-US" sz="1801"/>
              <a:t>int num = 10;</a:t>
            </a:r>
          </a:p>
          <a:p>
            <a:endParaRPr lang="en-US" sz="1801"/>
          </a:p>
          <a:p>
            <a:r>
              <a:rPr lang="en-US" sz="1801"/>
              <a:t>if (num &gt; 0)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"The number is positive.";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Output=The number is positive.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E34F2-C660-139E-A922-B9AC45AD43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72187" y="7834169"/>
            <a:ext cx="6032180" cy="3973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29. How do you test whether a value is negative?</a:t>
            </a:r>
          </a:p>
          <a:p>
            <a:r>
              <a:rPr lang="en-US" sz="1801"/>
              <a:t>Ans: </a:t>
            </a:r>
            <a:r>
              <a:rPr lang="en-IN" sz="1801"/>
              <a:t>A value is </a:t>
            </a:r>
            <a:r>
              <a:rPr lang="en-IN" sz="1801" b="1"/>
              <a:t>negative</a:t>
            </a:r>
            <a:r>
              <a:rPr lang="en-IN" sz="1801"/>
              <a:t> if it is </a:t>
            </a:r>
            <a:r>
              <a:rPr lang="en-IN" sz="1801" b="1"/>
              <a:t>less than 0</a:t>
            </a:r>
            <a:r>
              <a:rPr lang="en-IN" sz="1801"/>
              <a:t>. Use the </a:t>
            </a:r>
            <a:r>
              <a:rPr lang="en-IN" sz="1801" b="1"/>
              <a:t>&lt; (less than)</a:t>
            </a:r>
            <a:r>
              <a:rPr lang="en-IN" sz="1801"/>
              <a:t> operator to test it.</a:t>
            </a:r>
          </a:p>
          <a:p>
            <a:endParaRPr lang="en-IN" sz="1801"/>
          </a:p>
          <a:p>
            <a:r>
              <a:rPr lang="en-IN" sz="1801"/>
              <a:t>Example : </a:t>
            </a:r>
          </a:p>
          <a:p>
            <a:r>
              <a:rPr lang="en-US" sz="1801"/>
              <a:t>int num = -5;</a:t>
            </a:r>
          </a:p>
          <a:p>
            <a:endParaRPr lang="en-US" sz="1801"/>
          </a:p>
          <a:p>
            <a:r>
              <a:rPr lang="en-US" sz="1801"/>
              <a:t>if (num &lt; 0)</a:t>
            </a:r>
          </a:p>
          <a:p>
            <a:r>
              <a:rPr lang="en-US" sz="1801"/>
              <a:t>{</a:t>
            </a:r>
          </a:p>
          <a:p>
            <a:r>
              <a:rPr lang="en-US" sz="1801"/>
              <a:t>    </a:t>
            </a:r>
            <a:r>
              <a:rPr lang="en-US" sz="1801" err="1"/>
              <a:t>cout</a:t>
            </a:r>
            <a:r>
              <a:rPr lang="en-US" sz="1801"/>
              <a:t> &lt;&lt; "The number is negative.";</a:t>
            </a:r>
          </a:p>
          <a:p>
            <a:r>
              <a:rPr lang="en-US" sz="1801"/>
              <a:t>}</a:t>
            </a:r>
          </a:p>
          <a:p>
            <a:r>
              <a:rPr lang="en-US" sz="1801"/>
              <a:t>Output=The number is negative.</a:t>
            </a:r>
          </a:p>
          <a:p>
            <a:r>
              <a:rPr lang="en-IN" sz="1801"/>
              <a:t>Use the condition </a:t>
            </a:r>
            <a:r>
              <a:rPr lang="en-IN" sz="1801" b="1"/>
              <a:t>value &lt; 0</a:t>
            </a:r>
            <a:r>
              <a:rPr lang="en-IN" sz="1801"/>
              <a:t> to check whether a value is negative.</a:t>
            </a:r>
            <a:endParaRPr lang="en-US" sz="1801"/>
          </a:p>
        </p:txBody>
      </p:sp>
    </p:spTree>
    <p:extLst>
      <p:ext uri="{BB962C8B-B14F-4D97-AF65-F5344CB8AC3E}">
        <p14:creationId xmlns:p14="http://schemas.microsoft.com/office/powerpoint/2010/main" val="3685419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2B252B-F5F4-EAD9-D5D2-024CB499DAE4}"/>
              </a:ext>
            </a:extLst>
          </p:cNvPr>
          <p:cNvSpPr txBox="1"/>
          <p:nvPr/>
        </p:nvSpPr>
        <p:spPr>
          <a:xfrm>
            <a:off x="743536" y="4551556"/>
            <a:ext cx="6032180" cy="585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en-US" sz="320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D2EBE-A0C5-E2B3-7FC9-4118FEBA4D52}"/>
              </a:ext>
            </a:extLst>
          </p:cNvPr>
          <p:cNvSpPr txBox="1"/>
          <p:nvPr/>
        </p:nvSpPr>
        <p:spPr>
          <a:xfrm>
            <a:off x="896057" y="4704076"/>
            <a:ext cx="6032180" cy="585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/>
            </a:pPr>
            <a:endParaRPr lang="en-US" sz="3203">
              <a:solidFill>
                <a:prstClr val="black"/>
              </a:solidFill>
              <a:latin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11941D-338E-0DEC-1178-9507848946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66541" y="632955"/>
            <a:ext cx="8505944" cy="5513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3"/>
              <a:t>30. How do you test whether a value is zero?</a:t>
            </a:r>
          </a:p>
          <a:p>
            <a:r>
              <a:rPr lang="en-US" sz="3203"/>
              <a:t>Ans: </a:t>
            </a:r>
            <a:r>
              <a:rPr lang="en-IN" sz="3203"/>
              <a:t>You can test whether a value is zero by using the </a:t>
            </a:r>
            <a:r>
              <a:rPr lang="en-IN" sz="3203" b="1"/>
              <a:t>equality operator (</a:t>
            </a:r>
            <a:r>
              <a:rPr lang="en-IN" sz="1801" b="1"/>
              <a:t>==</a:t>
            </a:r>
            <a:r>
              <a:rPr lang="en-IN" sz="3203" b="1"/>
              <a:t>)</a:t>
            </a:r>
            <a:r>
              <a:rPr lang="en-IN" sz="3203"/>
              <a:t>.</a:t>
            </a:r>
          </a:p>
          <a:p>
            <a:endParaRPr lang="en-IN" sz="3203"/>
          </a:p>
          <a:p>
            <a:r>
              <a:rPr lang="en-IN" sz="3203"/>
              <a:t>Example : </a:t>
            </a:r>
          </a:p>
          <a:p>
            <a:r>
              <a:rPr lang="en-US" sz="3203"/>
              <a:t>int num = 0;</a:t>
            </a:r>
          </a:p>
          <a:p>
            <a:r>
              <a:rPr lang="en-US" sz="3203"/>
              <a:t>if (num == 0)</a:t>
            </a:r>
          </a:p>
          <a:p>
            <a:r>
              <a:rPr lang="en-US" sz="3203"/>
              <a:t>{</a:t>
            </a:r>
          </a:p>
          <a:p>
            <a:r>
              <a:rPr lang="en-US" sz="3203"/>
              <a:t>    </a:t>
            </a:r>
            <a:r>
              <a:rPr lang="en-US" sz="3203" err="1"/>
              <a:t>cout</a:t>
            </a:r>
            <a:r>
              <a:rPr lang="en-US" sz="3203"/>
              <a:t> &lt;&lt; "The value is zero";</a:t>
            </a:r>
          </a:p>
          <a:p>
            <a:r>
              <a:rPr lang="en-US" sz="3203"/>
              <a:t>}</a:t>
            </a:r>
          </a:p>
          <a:p>
            <a:endParaRPr lang="en-US" sz="3203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935A80-F56B-A934-2E62-68AB9F480F35}"/>
              </a:ext>
            </a:extLst>
          </p:cNvPr>
          <p:cNvSpPr txBox="1"/>
          <p:nvPr/>
        </p:nvSpPr>
        <p:spPr>
          <a:xfrm>
            <a:off x="3015210" y="7171292"/>
            <a:ext cx="6030419" cy="36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1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F20410-EB90-A9D8-F445-5D2E5D3498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66541" y="7171292"/>
            <a:ext cx="9491459" cy="5217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174" indent="-343174" defTabSz="457566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31. Write a condition to check if age is at least 18.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Ans: </a:t>
            </a:r>
            <a:r>
              <a:rPr lang="en-IN" sz="3203"/>
              <a:t>To check if </a:t>
            </a:r>
            <a:r>
              <a:rPr lang="en-IN" sz="3203" b="1"/>
              <a:t>age is at least 18</a:t>
            </a:r>
            <a:r>
              <a:rPr lang="en-IN" sz="3203"/>
              <a:t>, use the </a:t>
            </a:r>
            <a:r>
              <a:rPr lang="en-IN" sz="3203" b="1"/>
              <a:t>greater than or equal to (</a:t>
            </a:r>
            <a:r>
              <a:rPr lang="en-IN" sz="1801" b="1"/>
              <a:t>&gt;=</a:t>
            </a:r>
            <a:r>
              <a:rPr lang="en-IN" sz="3203" b="1"/>
              <a:t>)</a:t>
            </a:r>
            <a:r>
              <a:rPr lang="en-IN" sz="3203"/>
              <a:t> operator.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IN" sz="3203">
                <a:solidFill>
                  <a:prstClr val="black"/>
                </a:solidFill>
                <a:latin typeface="Calibri"/>
              </a:rPr>
              <a:t>Example : 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if (age &gt;= 18) 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"Eligible to vote";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Output=Eligible to vote</a:t>
            </a:r>
          </a:p>
        </p:txBody>
      </p:sp>
    </p:spTree>
    <p:extLst>
      <p:ext uri="{BB962C8B-B14F-4D97-AF65-F5344CB8AC3E}">
        <p14:creationId xmlns:p14="http://schemas.microsoft.com/office/powerpoint/2010/main" val="93259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7C37A0-B64B-706A-4458-BA42E92CE17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63152" y="326969"/>
            <a:ext cx="10699889" cy="4133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174" indent="-343174" defTabSz="457566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32. Write a condition to check if marks are above 50.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Ans: int marks = 75;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if (marks &gt; 50)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  <a:endParaRPr lang="en-US" sz="800">
              <a:solidFill>
                <a:prstClr val="black"/>
              </a:solidFill>
              <a:latin typeface="Calibri"/>
            </a:endParaRP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"Marks are above 50";</a:t>
            </a:r>
          </a:p>
          <a:p>
            <a:pPr lvl="0" algn="r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Output=Marks are above 50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B7B8E6-C047-8A2D-95A3-E18D252741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8113" y="4962707"/>
            <a:ext cx="11380364" cy="94327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174" indent="-343174" defTabSz="457566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33. What is decision making in programming?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Ans: </a:t>
            </a:r>
            <a:r>
              <a:rPr lang="en-IN" sz="3203"/>
              <a:t>Decision making in programming is the process of choosing different actions based on whether a condition is </a:t>
            </a:r>
            <a:r>
              <a:rPr lang="en-IN" sz="3203" b="1"/>
              <a:t>true</a:t>
            </a:r>
            <a:r>
              <a:rPr lang="en-IN" sz="3203"/>
              <a:t> or </a:t>
            </a:r>
            <a:r>
              <a:rPr lang="en-IN" sz="3203" b="1"/>
              <a:t>false</a:t>
            </a:r>
            <a:r>
              <a:rPr lang="en-IN" sz="3203"/>
              <a:t>. It helps a program decide what to do in different situations.</a:t>
            </a:r>
          </a:p>
          <a:p>
            <a:pPr marL="343174" indent="-343174">
              <a:spcBef>
                <a:spcPct val="20000"/>
              </a:spcBef>
              <a:buFont typeface="Arial"/>
              <a:buChar char="•"/>
              <a:defRPr/>
            </a:pPr>
            <a:r>
              <a:rPr lang="en-IN" sz="3203"/>
              <a:t>Example: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int age = 20;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if (age &gt;= 18)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"Eligible to vote";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else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{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    </a:t>
            </a:r>
            <a:r>
              <a:rPr lang="en-US" sz="3203" err="1">
                <a:solidFill>
                  <a:prstClr val="black"/>
                </a:solidFill>
                <a:latin typeface="Calibri"/>
              </a:rPr>
              <a:t>cout</a:t>
            </a:r>
            <a:r>
              <a:rPr lang="en-US" sz="3203">
                <a:solidFill>
                  <a:prstClr val="black"/>
                </a:solidFill>
                <a:latin typeface="Calibri"/>
              </a:rPr>
              <a:t> &lt;&lt; "Not eligible to vote";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}</a:t>
            </a:r>
          </a:p>
          <a:p>
            <a:pPr lvl="0">
              <a:spcBef>
                <a:spcPct val="20000"/>
              </a:spcBef>
              <a:defRPr/>
            </a:pPr>
            <a:r>
              <a:rPr lang="en-US" sz="3203">
                <a:solidFill>
                  <a:prstClr val="black"/>
                </a:solidFill>
                <a:latin typeface="Calibri"/>
              </a:rPr>
              <a:t>output=Eligible to vote</a:t>
            </a:r>
          </a:p>
        </p:txBody>
      </p:sp>
    </p:spTree>
    <p:extLst>
      <p:ext uri="{BB962C8B-B14F-4D97-AF65-F5344CB8AC3E}">
        <p14:creationId xmlns:p14="http://schemas.microsoft.com/office/powerpoint/2010/main" val="131683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8FDB34-86C5-2BB8-F9B1-44E26D322A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1672948"/>
            <a:ext cx="6032310" cy="10225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34  can nested if statements have multiple levels?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8F8F8F"/>
              </a:solidFill>
              <a:effectLst/>
              <a:latin typeface="-apple-system-body"/>
            </a:endParaRPr>
          </a:p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ans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Yes. In C++, nested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statements can have as many levels as needed (though too many levels can make code harder to read).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 with multiple levels: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"Positive, divisible by 3 and 5"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has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3 levels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of nested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statements: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condition2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code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You can also write the same logic more simply: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num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"Positive, divisible by 3 and 5"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Nested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 are useful when later conditions should only be checked if earlier conditions are true.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24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F03E28-A05D-A822-DA29-9A931AFAA38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-547858"/>
            <a:ext cx="6032310" cy="1450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8F8F8F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35  what is logic AND (&amp;&amp;) 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the logical AND operator is written as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used to check whether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two conditions are true at the same time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Theory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AND operator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) is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binary operator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meaning it works with two operands (conditions). It returns: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both conditions are true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at least one condition is false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mainly used in decision-making statements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and loops to combine multiple conditions.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Truth Table: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age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20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marks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85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age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18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marks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80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"Eligible for scholarship"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"Not eligible"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Explanation: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age &gt;= 18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marks &gt;= 80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Since both conditions are true,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age &gt;= 18 &amp;&amp; marks &gt;= 80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becomes true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So output will be: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Eligible for scholarship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AND operator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) in C++ is used to combine multiple conditions and ensures that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all conditions must be 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for the overall expression to be true. It is commonly used in decision-making to make programs more precise and controlled.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65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155B3B-AD32-6A49-F82A-47377E19B5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8099" y="-175180"/>
            <a:ext cx="6036196" cy="131343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36 what is logical OR (||)?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Logical 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||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) in C++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Theory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the logical OR operator is represented by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used to combine two or more conditions and returns a </a:t>
            </a:r>
            <a:r>
              <a:rPr lang="en-US" b="1" i="0" err="1">
                <a:solidFill>
                  <a:srgbClr val="0D0D0D"/>
                </a:solidFill>
                <a:effectLst/>
                <a:latin typeface="-apple-system-body"/>
              </a:rPr>
              <a:t>boolean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result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returns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 (1)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at least one condition is true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returns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 (0)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only if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all conditions are false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mainly used in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decision-making statements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etc.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Syntax: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condition2</a:t>
            </a:r>
            <a:endParaRPr lang="en-US" b="0" i="0">
              <a:solidFill>
                <a:srgbClr val="0D0D0D"/>
              </a:solidFill>
              <a:effectLst/>
              <a:latin typeface="ui-monospace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expression is evaluated from left to right, and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short-circuit evaluation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applied: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first condition is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 second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not evaluated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because the final result is already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"At least one condition is true"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 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"Both conditions are false"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Explanation: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&gt; 15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false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 &lt; 10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So,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false || 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hence the message is printed.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Conclusion</a:t>
            </a: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OR (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) operator in C++ is used to check multiple conditions where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only one condition needs to be true for the whole expression to be 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widely used in control flow statements and improves efficiency through short-circuit evaluation.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0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40D7F7-4A20-3145-258C-61AD94E75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364898"/>
            <a:ext cx="6032310" cy="12667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r>
              <a:rPr lang="en-US" b="1">
                <a:solidFill>
                  <a:srgbClr val="0D0D0D"/>
                </a:solidFill>
                <a:latin typeface="-apple-system-body"/>
              </a:rPr>
              <a:t>Question 37 what is logical NOT(!)?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the logical NOT operator is written as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is used to reverse the logical value of an expression.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Theory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NOT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works on Boolean (true/false) values or expressions that evaluate to true or false.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makes it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condition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makes it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true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commonly used in decision-making statements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etc., to check the opposite condition.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 behavior: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false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→ true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any non-zero value is treated as true, and zero is treated as false.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 Program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"a is zero"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"a is not zero"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is not zero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logical NOT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!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used to reverse the condition in C++. It helps in checking opposite conditions easily, especially in decision-making statements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while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34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3154F6-E0C4-C146-C599-5BF80F7A641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153301"/>
            <a:ext cx="6032310" cy="11949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38 how do you check if a year is divisible by 4?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Theory: Divisibility of a Year by 4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number (or year) is said to be divisible by 4 if it can be divided by 4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without leaving any remainder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mathematics, we use the modulus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to find the remainder.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So, a year is divisible by 4 if: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year % 4 == 0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remainder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 year is divisible by 4.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the remainder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not 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 year is not divisible by 4.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rule is commonly used in calendar systems to help determine leap years (though full leap year rules also include 100 and 400).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C++ Program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"Enter a year: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4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 is divisible by 4."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 is not divisible by 4."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To check whether a year is divisible by 4 in C++, we use the modulus operator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year % 4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equals zero, the year is divisible by 4; otherwise, it is not. This is a simple and efficient way to perform divisibility checks in programming.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725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C44C997-C056-20FA-3B54-CB02F4AF04B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49186"/>
            <a:ext cx="6032310" cy="15750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Question39  what is leap </a:t>
            </a: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yeara</a:t>
            </a:r>
            <a:r>
              <a:rPr lang="en-US">
                <a:solidFill>
                  <a:srgbClr val="0D0D0D"/>
                </a:solidFill>
                <a:latin typeface="-apple-system-body"/>
              </a:rPr>
              <a:t>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Theory: Leap Year Rule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year is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leap year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 it satisfies these rules: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a year is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it is a leap year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BUT if it is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100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it is NOT a leap year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UNLESS it is also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400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then it is a leap year</a:t>
            </a:r>
          </a:p>
          <a:p>
            <a:pPr algn="l">
              <a:lnSpc>
                <a:spcPts val="1950"/>
              </a:lnSpc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Simple condition: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year is leap year if: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(year % 4 == 0 &amp;&amp; year % 100 != 0) || (year % 400 == 0)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"Enter a year: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4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100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!=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400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 is a Leap Year"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 is NOT a Leap Year"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endl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Sample Input &amp; Output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 1: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Input: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a year: 2024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2024 is a Leap Year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 2: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Input: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a year: 1900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1900 is NOT a Leap Yer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leap year is used to adjust the calendar with Earth’s orbit around the Sun. In C++, we check leap years using a simple condition based on divisibility rules. If the year follows the correct rule, it is printed as a leap year; otherwise, it is not.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33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703DB1-1D4A-9684-B516-4D609CBF202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1179223"/>
            <a:ext cx="6032310" cy="10069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>
                <a:solidFill>
                  <a:srgbClr val="0D0D0D"/>
                </a:solidFill>
                <a:latin typeface="-apple-system-body"/>
              </a:rPr>
              <a:t>Question 40 what is condition for a leap year?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a year is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leap year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if it satisfies this rule: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year is a leap year if: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AND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not divisible by 100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OR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 is divisible by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400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Logical condition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4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100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!=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400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Why this works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Most years divisible by 4 are leap years.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But century years (like 1900, 2000 rules apply):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Divisible by 100 → NOT a leap year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EXCEPT if also divisible by 400 → leap year again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program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4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100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!=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||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year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%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400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"Leap year"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"Not a leap year"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examples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2024 → Leap year (divisible by 4, not by 100)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1900 → Not a leap year (divisible by 100 but not 400)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2000 → Leap year (divisible by 400)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739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1A418C-34CD-7F0A-8FAA-CF982B6F3CA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1042879"/>
            <a:ext cx="6032310" cy="10677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41 how do you find the largest of two numbers?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Algorithm: Largest of Two Numbers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Start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Input two numbers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Compare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&gt; 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print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Else 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 &gt; 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print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Else print both are equal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Stop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1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,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"Enter first number: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"Enter second number: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"Largest number is: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"Largest number is: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"Both numbers are equal"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 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first number: 12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second number: 30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Largest number is: 30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417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0BE02A-7409-1DE0-5D35-94F0291332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320379"/>
            <a:ext cx="6032310" cy="1488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>
                <a:solidFill>
                  <a:srgbClr val="0D0D0D"/>
                </a:solidFill>
                <a:latin typeface="-apple-system-body"/>
              </a:rPr>
              <a:t>Question 42 how do you find the largest of three numbers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To find the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largest of three numbers in C++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we compare the numbers using conditional statements and determine which one is greatest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Algorithm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Start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Take three numbers as input: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Check 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&gt;= 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 &gt;= c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marL="742950" lvl="1" indent="-285750"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yes,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Else check if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 &gt;= a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 &gt;= c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marL="742950" lvl="1" indent="-285750"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yes,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Otherwise,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largest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Display the largest number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Stop</a:t>
            </a: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C++ Code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,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,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"Enter three numbers: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&gt;&gt;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"Largest number is: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a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&amp;&amp;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"Largest number is: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"Largest number is: 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Sample Output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Input: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Enter three numbers: 25 42 18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Largest number is: 42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Conclusion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Finding the largest of three numbers in C++ is a basic but important problem that teaches the use of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conditional statements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 It helps build logical thinking and forms the foundation for more complex decision-making programs like sorting and optimization problems.</a:t>
            </a: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5499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66598E-5D7D-7D56-E3A2-1C7537B08D7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546749"/>
            <a:ext cx="6032310" cy="1504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question43 what is an if-else-if ladder?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An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if–else–if ladder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in C++ is a way to test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multiple conditions in sequence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where only the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first true condition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executes, and the rest are skipped.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It’s called a “ladder” because conditions are checked one after another, like steps.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Syntax: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runs if condition1 is true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condition2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runs if condition2 is true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condition3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runs if condition3 is true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// runs if none of the above conditions are true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How it works: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 program checks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condition1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true → executes its block and stops</a:t>
            </a:r>
          </a:p>
          <a:p>
            <a:pPr marL="742950" lvl="1" indent="-285750"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false → moves to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condition2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Continues checking each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 if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none are true →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block runs (optional)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marks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75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marks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90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"Grade A"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marks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75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"Grade B"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marks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&gt;=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50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"Grade C"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"Fail"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Grade B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Key idea: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Only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one block runs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—the first condition that becomes true wins.</a:t>
            </a: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1870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5B276C-7041-AD72-56BF-A0387DD657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016155" y="-349190"/>
            <a:ext cx="6032310" cy="15863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600"/>
              </a:spcAft>
              <a:buNone/>
            </a:pPr>
            <a:r>
              <a:rPr lang="en-US" b="1">
                <a:solidFill>
                  <a:srgbClr val="0D0D0D"/>
                </a:solidFill>
                <a:latin typeface="-apple-system-body"/>
              </a:rPr>
              <a:t>Question 44 what is the difference between if and switch?</a:t>
            </a:r>
            <a:endParaRPr lang="en-US" b="1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🔹 if-else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Used for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conditions involving ranges, relational, and complex logic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Works with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any expression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(int, float, char, </a:t>
            </a:r>
            <a:r>
              <a:rPr lang="en-US" b="0" i="0" err="1">
                <a:solidFill>
                  <a:srgbClr val="0D0D0D"/>
                </a:solidFill>
                <a:effectLst/>
                <a:latin typeface="-apple-system-body"/>
              </a:rPr>
              <a:t>boolean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logical operators)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Evaluates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each condition one by one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Slower when many conditions exist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🔹 switch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Used for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fixed values only (constant expressions)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Works with: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char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 err="1">
                <a:solidFill>
                  <a:srgbClr val="0D0D0D"/>
                </a:solidFill>
                <a:effectLst/>
                <a:latin typeface="ui-monospace"/>
              </a:rPr>
              <a:t>enum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Faster for multiple fixed choices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Checks value directly (jump table internally)</a:t>
            </a:r>
            <a:endParaRPr lang="en-US">
              <a:solidFill>
                <a:srgbClr val="0D0D0D"/>
              </a:solidFill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3. Simple Code Example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Using if-else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day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day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"Monday"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day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2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"Tuesday"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day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==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"Wednesday"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else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"Invalid day"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Output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Wednesday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Using switch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day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switch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day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case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: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"Monday"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break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case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2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: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"Tuesday"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break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case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: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"Wednesday"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break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default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: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"Invalid day"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 Output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Wednesday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86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3CA16B-E2EE-5235-AACC-4A693DC4F6A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8991" y="-280078"/>
            <a:ext cx="6032310" cy="342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 45    can switch use ranges directly?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Yes. In modern C++ (C++11 and later), you can use range-based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for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loops directly with arrays and many container types.</a:t>
            </a: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5E5EFA-493A-A196-06A0-07C8DD03D0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8991" y="3479461"/>
            <a:ext cx="6032310" cy="9210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Question46   what is fall through in switch?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fall-through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in a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switch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statement happens when execution continues from one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case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into the next because there is no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break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or other control-flow statement stopping it.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Example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04F99"/>
                </a:solidFill>
                <a:effectLst/>
                <a:latin typeface="ui-monospace"/>
              </a:rPr>
              <a:t>#include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&lt;iostream&gt;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using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namespace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std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main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()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int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x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switch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x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case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1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: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"One</a:t>
            </a:r>
            <a:r>
              <a:rPr lang="en-US" b="0" i="0" u="sng">
                <a:solidFill>
                  <a:srgbClr val="BA2623"/>
                </a:solidFill>
                <a:effectLst/>
                <a:latin typeface="ui-monospace"/>
              </a:rPr>
              <a:t>\n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case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2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: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"Two</a:t>
            </a:r>
            <a:r>
              <a:rPr lang="en-US" b="0" i="0" u="sng">
                <a:solidFill>
                  <a:srgbClr val="BA2623"/>
                </a:solidFill>
                <a:effectLst/>
                <a:latin typeface="ui-monospace"/>
              </a:rPr>
              <a:t>\n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case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3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: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cout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&lt;&lt;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"Three</a:t>
            </a:r>
            <a:r>
              <a:rPr lang="en-US" b="0" i="0" u="sng">
                <a:solidFill>
                  <a:srgbClr val="BA2623"/>
                </a:solidFill>
                <a:effectLst/>
                <a:latin typeface="ui-monospace"/>
              </a:rPr>
              <a:t>\n</a:t>
            </a:r>
            <a:r>
              <a:rPr lang="en-US" b="0" i="0">
                <a:solidFill>
                  <a:srgbClr val="008635"/>
                </a:solidFill>
                <a:effectLst/>
                <a:latin typeface="ui-monospace"/>
              </a:rPr>
              <a:t>"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    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break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}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   </a:t>
            </a: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return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0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}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Output: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One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Two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Three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Even though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x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1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all three messages are printed because after matching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case 1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execution "falls through" into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case 2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case 3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0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B16E41-7DCF-B649-7AA6-55ED5122C7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74210" y="654064"/>
            <a:ext cx="6032310" cy="3670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3200" b="0" i="0">
                <a:solidFill>
                  <a:srgbClr val="0D0D0D"/>
                </a:solidFill>
                <a:effectLst/>
                <a:latin typeface="-apple-system-body"/>
              </a:rPr>
              <a:t>Question47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  what data type is usually used for conditions?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C++, conditions are usually evaluated as the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bool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data type, which can be either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or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false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Example:</a:t>
            </a:r>
          </a:p>
          <a:p>
            <a:pPr algn="l" rtl="0">
              <a:lnSpc>
                <a:spcPts val="15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0" i="0">
                <a:solidFill>
                  <a:srgbClr val="6B3AB4"/>
                </a:solidFill>
                <a:effectLst/>
                <a:latin typeface="ui-monospace"/>
              </a:rPr>
              <a:t>bool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isReady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= </a:t>
            </a:r>
            <a:r>
              <a:rPr lang="en-US" b="0" i="0">
                <a:solidFill>
                  <a:srgbClr val="B9480D"/>
                </a:solidFill>
                <a:effectLst/>
                <a:latin typeface="ui-monospace"/>
              </a:rPr>
              <a:t>true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;</a:t>
            </a:r>
            <a:br>
              <a:rPr lang="en-US" b="0" i="0">
                <a:solidFill>
                  <a:srgbClr val="0D0D0D"/>
                </a:solidFill>
                <a:effectLst/>
                <a:latin typeface="ui-monospace"/>
              </a:rPr>
            </a:br>
            <a:r>
              <a:rPr lang="en-US" b="0" i="0">
                <a:solidFill>
                  <a:srgbClr val="BA437A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(</a:t>
            </a:r>
            <a:r>
              <a:rPr lang="en-US" b="0" i="0" err="1">
                <a:solidFill>
                  <a:srgbClr val="6B3AB4"/>
                </a:solidFill>
                <a:effectLst/>
                <a:latin typeface="ui-monospace"/>
              </a:rPr>
              <a:t>isReady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) { </a:t>
            </a:r>
            <a:r>
              <a:rPr lang="en-US" b="0" i="1">
                <a:solidFill>
                  <a:srgbClr val="818181"/>
                </a:solidFill>
                <a:effectLst/>
                <a:latin typeface="ui-monospace"/>
              </a:rPr>
              <a:t>/* ... */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 }</a:t>
            </a:r>
          </a:p>
          <a:p>
            <a:pPr algn="l">
              <a:spcAft>
                <a:spcPts val="6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150212-47C8-7008-F873-566E47B2B6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90177" y="2931905"/>
            <a:ext cx="6032310" cy="12813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buNone/>
            </a:pPr>
            <a:r>
              <a:rPr lang="en-US" sz="2000" b="0" i="0">
                <a:solidFill>
                  <a:srgbClr val="0D0D0D"/>
                </a:solidFill>
                <a:effectLst/>
                <a:latin typeface="-apple-system-body"/>
              </a:rPr>
              <a:t>Question 48  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why are co0nditional statements important?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Conditional statements are important in C++ because they allow a program to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make decisions and behave differently based on different situations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What they do (basic idea)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simple terms, conditional statements let your program ask questions like: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“Is this condition true?”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“If yes, do this. If not, do something else.”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Without them, a program would always run the same way, no matter what.</a:t>
            </a: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Why they are important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1. Decision making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Programs need to respond differently depending on input or data.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age ≥ 18 → allow voting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Otherwise → deny voting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is only possible using conditionals like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 if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and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2. Control program flow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They control the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flow of execution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, meaning which part of the code runs and which does not.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Instead of running everything in order, the program can “choose” a path.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3. Handling real-world logic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Most real-life problems involve conditions: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Login systems (password correct or not)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Games (player health &gt; 0 or not)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Calculators (divide only if denominator ≠ 0)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C++ uses conditionals to model these situation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4. Avoiding errors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Conditionals help prevent invalid operations.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Example: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If a number is 0 → don’t divide by it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avoids runtime errors.</a:t>
            </a:r>
          </a:p>
          <a:p>
            <a:pPr algn="l">
              <a:lnSpc>
                <a:spcPts val="1950"/>
              </a:lnSpc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5. Making programs interactive</a:t>
            </a: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User input often changes what the program should do. Conditionals make programs responsive.</a:t>
            </a: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Common conditional statements in C++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if-else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 if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switch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spcAft>
                <a:spcPts val="3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42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04C554-EB95-25A8-3940-101F2C7876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3326" y="0"/>
            <a:ext cx="6032310" cy="5904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2800" b="0" i="0">
                <a:solidFill>
                  <a:srgbClr val="0D0D0D"/>
                </a:solidFill>
                <a:effectLst/>
                <a:latin typeface="-apple-system-body"/>
              </a:rPr>
              <a:t>question49</a:t>
            </a:r>
            <a:r>
              <a:rPr lang="en-US">
                <a:solidFill>
                  <a:srgbClr val="0D0D0D"/>
                </a:solidFill>
                <a:latin typeface="-apple-system-body"/>
              </a:rPr>
              <a:t> 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give one example of a conditional statement?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 simple real-life example of a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conditional 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using an 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umbrella decision based on weather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: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 it is raining, then take an umbrella. Otherwise, do not take an umbrella.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This can be written as a conditional (like in programming):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Condition: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Is it raining?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 yes →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take an umbrella</a:t>
            </a:r>
          </a:p>
          <a:p>
            <a:pPr algn="l">
              <a:lnSpc>
                <a:spcPts val="1950"/>
              </a:lnSpc>
              <a:buFont typeface="Arial" panose="020B0604020202020204" pitchFamily="34" charset="0"/>
              <a:buChar char="•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 no →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don’t take an umbrella</a:t>
            </a: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Another everyday example:</a:t>
            </a:r>
          </a:p>
          <a:p>
            <a:pPr algn="l">
              <a:lnSpc>
                <a:spcPts val="1800"/>
              </a:lnSpc>
              <a:spcAft>
                <a:spcPts val="600"/>
              </a:spcAft>
              <a:buNone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If you are 18 years or older, you are allowed to vote; otherwise, you are not allowed to vote.</a:t>
            </a: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Both examples show how decisions depend on a condition being true or false.</a:t>
            </a:r>
          </a:p>
          <a:p>
            <a:pPr algn="l">
              <a:lnSpc>
                <a:spcPts val="1350"/>
              </a:lnSpc>
              <a:spcAft>
                <a:spcPts val="1200"/>
              </a:spcAft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0A562-E1BB-24D4-71DE-91C5D569C05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93326" y="6079083"/>
            <a:ext cx="6032310" cy="4411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r>
              <a:rPr lang="en-US" sz="2400" b="0" i="0">
                <a:solidFill>
                  <a:srgbClr val="0D0D0D"/>
                </a:solidFill>
                <a:effectLst/>
                <a:latin typeface="-apple-system-body"/>
              </a:rPr>
              <a:t>question 50  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name four conditional structures covered?</a:t>
            </a:r>
          </a:p>
          <a:p>
            <a:pPr algn="l">
              <a:buNone/>
            </a:pPr>
            <a:br>
              <a:rPr lang="en-US" b="0" i="0">
                <a:solidFill>
                  <a:srgbClr val="0D0D0D"/>
                </a:solidFill>
                <a:effectLst/>
                <a:latin typeface="-apple-system-body"/>
              </a:rPr>
            </a:b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 algn="l">
              <a:lnSpc>
                <a:spcPts val="1950"/>
              </a:lnSpc>
              <a:buNone/>
            </a:pP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In programming (especially in C or similar languages), the four commonly covered conditional structures are: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Simple </a:t>
            </a: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– executes a block only when a condition is true.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if-else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– chooses between two blocks depending on the condition.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else-if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ladder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– checks multiple conditions in sequence.</a:t>
            </a:r>
          </a:p>
          <a:p>
            <a:pPr algn="l">
              <a:lnSpc>
                <a:spcPts val="1950"/>
              </a:lnSpc>
              <a:buFont typeface="+mj-lt"/>
              <a:buAutoNum type="arabicPeriod"/>
            </a:pPr>
            <a:r>
              <a:rPr lang="en-US" b="0" i="0">
                <a:solidFill>
                  <a:srgbClr val="0D0D0D"/>
                </a:solidFill>
                <a:effectLst/>
                <a:latin typeface="ui-monospace"/>
              </a:rPr>
              <a:t>switch</a:t>
            </a:r>
            <a:r>
              <a:rPr lang="en-US" b="1" i="0">
                <a:solidFill>
                  <a:srgbClr val="0D0D0D"/>
                </a:solidFill>
                <a:effectLst/>
                <a:latin typeface="-apple-system-body"/>
              </a:rPr>
              <a:t> statement</a:t>
            </a:r>
            <a:r>
              <a:rPr lang="en-US" b="0" i="0">
                <a:solidFill>
                  <a:srgbClr val="0D0D0D"/>
                </a:solidFill>
                <a:effectLst/>
                <a:latin typeface="-apple-system-body"/>
              </a:rPr>
              <a:t> – selects one block of code among many based on a value.</a:t>
            </a:r>
          </a:p>
          <a:p>
            <a:pPr algn="l">
              <a:lnSpc>
                <a:spcPts val="1950"/>
              </a:lnSpc>
              <a:buNone/>
            </a:pPr>
            <a:endParaRPr lang="en-US" b="0" i="0">
              <a:solidFill>
                <a:srgbClr val="0D0D0D"/>
              </a:solidFill>
              <a:effectLst/>
              <a:latin typeface="-apple-system-body"/>
            </a:endParaRPr>
          </a:p>
          <a:p>
            <a:pPr>
              <a:buNone/>
            </a:pPr>
            <a:br>
              <a:rPr lang="en-US"/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73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Custom</PresentationFormat>
  <Slides>28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niranjan singh</dc:creator>
  <cp:revision>1</cp:revision>
  <dcterms:created xsi:type="dcterms:W3CDTF">2026-06-16T12:49:18Z</dcterms:created>
  <dcterms:modified xsi:type="dcterms:W3CDTF">2026-06-17T04:02:48Z</dcterms:modified>
</cp:coreProperties>
</file>